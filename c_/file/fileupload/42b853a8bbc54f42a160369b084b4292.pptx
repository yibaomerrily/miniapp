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3" r:id="rId1"/>
    <p:sldMasterId id="2147483667" r:id="rId2"/>
  </p:sldMasterIdLst>
  <p:notesMasterIdLst>
    <p:notesMasterId r:id="rId45"/>
  </p:notesMasterIdLst>
  <p:sldIdLst>
    <p:sldId id="426" r:id="rId3"/>
    <p:sldId id="403" r:id="rId4"/>
    <p:sldId id="401" r:id="rId5"/>
    <p:sldId id="400" r:id="rId6"/>
    <p:sldId id="427" r:id="rId7"/>
    <p:sldId id="428" r:id="rId8"/>
    <p:sldId id="429" r:id="rId9"/>
    <p:sldId id="430" r:id="rId10"/>
    <p:sldId id="431" r:id="rId11"/>
    <p:sldId id="432" r:id="rId12"/>
    <p:sldId id="433" r:id="rId13"/>
    <p:sldId id="434" r:id="rId14"/>
    <p:sldId id="435" r:id="rId15"/>
    <p:sldId id="436" r:id="rId16"/>
    <p:sldId id="437" r:id="rId17"/>
    <p:sldId id="438" r:id="rId18"/>
    <p:sldId id="439" r:id="rId19"/>
    <p:sldId id="440" r:id="rId20"/>
    <p:sldId id="441" r:id="rId21"/>
    <p:sldId id="442" r:id="rId22"/>
    <p:sldId id="443" r:id="rId23"/>
    <p:sldId id="444" r:id="rId24"/>
    <p:sldId id="445" r:id="rId25"/>
    <p:sldId id="446" r:id="rId26"/>
    <p:sldId id="447" r:id="rId27"/>
    <p:sldId id="448" r:id="rId28"/>
    <p:sldId id="449" r:id="rId29"/>
    <p:sldId id="450" r:id="rId30"/>
    <p:sldId id="451" r:id="rId31"/>
    <p:sldId id="452" r:id="rId32"/>
    <p:sldId id="453" r:id="rId33"/>
    <p:sldId id="454" r:id="rId34"/>
    <p:sldId id="455" r:id="rId35"/>
    <p:sldId id="456" r:id="rId36"/>
    <p:sldId id="457" r:id="rId37"/>
    <p:sldId id="458" r:id="rId38"/>
    <p:sldId id="459" r:id="rId39"/>
    <p:sldId id="461" r:id="rId40"/>
    <p:sldId id="460" r:id="rId41"/>
    <p:sldId id="462" r:id="rId42"/>
    <p:sldId id="464" r:id="rId43"/>
    <p:sldId id="463" r:id="rId44"/>
  </p:sldIdLst>
  <p:sldSz cx="13433425" cy="7556500"/>
  <p:notesSz cx="10693400" cy="7556500"/>
  <p:embeddedFontLst>
    <p:embeddedFont>
      <p:font typeface="Calibri" panose="020F0502020204030204" pitchFamily="34" charset="0"/>
      <p:regular r:id="rId46"/>
      <p:bold r:id="rId47"/>
      <p:italic r:id="rId48"/>
      <p:boldItalic r:id="rId49"/>
    </p:embeddedFont>
    <p:embeddedFont>
      <p:font typeface="Garamond" panose="02020404030301010803" pitchFamily="18" charset="0"/>
      <p:regular r:id="rId50"/>
      <p:bold r:id="rId51"/>
      <p:italic r:id="rId52"/>
    </p:embeddedFont>
    <p:embeddedFont>
      <p:font typeface="Verdana" panose="020B0604030504040204" pitchFamily="34" charset="0"/>
      <p:regular r:id="rId53"/>
      <p:bold r:id="rId54"/>
      <p:italic r:id="rId55"/>
      <p:boldItalic r:id="rId56"/>
    </p:embeddedFont>
    <p:embeddedFont>
      <p:font typeface="华文中宋" panose="02010600040101010101" pitchFamily="2" charset="-122"/>
      <p:regular r:id="rId57"/>
    </p:embeddedFont>
    <p:embeddedFont>
      <p:font typeface="楷体" panose="02010609060101010101" pitchFamily="49" charset="-122"/>
      <p:regular r:id="rId58"/>
    </p:embeddedFont>
    <p:embeddedFont>
      <p:font typeface="隶书" panose="02010509060101010101" pitchFamily="49" charset="-122"/>
      <p:regular r:id="rId59"/>
    </p:embeddedFont>
  </p:embeddedFontLst>
  <p:defaultTextStyle>
    <a:defPPr>
      <a:defRPr lang="zh-CN"/>
    </a:defPPr>
    <a:lvl1pPr algn="l" rtl="0" eaLnBrk="0" fontAlgn="base" hangingPunct="0">
      <a:spcBef>
        <a:spcPct val="0"/>
      </a:spcBef>
      <a:spcAft>
        <a:spcPct val="0"/>
      </a:spcAft>
      <a:defRPr sz="28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8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8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8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8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8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8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8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8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168" userDrawn="1">
          <p15:clr>
            <a:srgbClr val="A4A3A4"/>
          </p15:clr>
        </p15:guide>
        <p15:guide id="2" pos="30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84F3"/>
    <a:srgbClr val="3333CC"/>
    <a:srgbClr val="F9D98C"/>
    <a:srgbClr val="FEEA58"/>
    <a:srgbClr val="B4CDEC"/>
    <a:srgbClr val="2C8094"/>
    <a:srgbClr val="CCCCFF"/>
    <a:srgbClr val="E0D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40" autoAdjust="0"/>
    <p:restoredTop sz="76759" autoAdjust="0"/>
  </p:normalViewPr>
  <p:slideViewPr>
    <p:cSldViewPr>
      <p:cViewPr varScale="1">
        <p:scale>
          <a:sx n="77" d="100"/>
          <a:sy n="77" d="100"/>
        </p:scale>
        <p:origin x="104" y="56"/>
      </p:cViewPr>
      <p:guideLst>
        <p:guide orient="horz" pos="3168"/>
        <p:guide pos="307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6.xml"/><Relationship Id="rId51" Type="http://schemas.openxmlformats.org/officeDocument/2006/relationships/font" Target="fonts/font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1.fntdata"/><Relationship Id="rId59" Type="http://schemas.openxmlformats.org/officeDocument/2006/relationships/font" Target="fonts/font1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7.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633913" cy="37782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057900" y="0"/>
            <a:ext cx="4632325" cy="377825"/>
          </a:xfrm>
          <a:prstGeom prst="rect">
            <a:avLst/>
          </a:prstGeom>
        </p:spPr>
        <p:txBody>
          <a:bodyPr vert="horz" lIns="91440" tIns="45720" rIns="91440" bIns="45720" rtlCol="0"/>
          <a:lstStyle>
            <a:lvl1pPr algn="r">
              <a:defRPr sz="1200"/>
            </a:lvl1pPr>
          </a:lstStyle>
          <a:p>
            <a:fld id="{4FCD7F81-BBC6-4622-A924-754C04C3DCEB}" type="datetimeFigureOut">
              <a:rPr lang="zh-CN" altLang="en-US" smtClean="0"/>
              <a:t>2022/5/30</a:t>
            </a:fld>
            <a:endParaRPr lang="zh-CN" altLang="en-US"/>
          </a:p>
        </p:txBody>
      </p:sp>
      <p:sp>
        <p:nvSpPr>
          <p:cNvPr id="4" name="幻灯片图像占位符 3"/>
          <p:cNvSpPr>
            <a:spLocks noGrp="1" noRot="1" noChangeAspect="1"/>
          </p:cNvSpPr>
          <p:nvPr>
            <p:ph type="sldImg" idx="2"/>
          </p:nvPr>
        </p:nvSpPr>
        <p:spPr>
          <a:xfrm>
            <a:off x="2828925" y="566738"/>
            <a:ext cx="5035550" cy="2833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69975" y="3589338"/>
            <a:ext cx="8553450" cy="340042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7177088"/>
            <a:ext cx="4633913" cy="37782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057900" y="7177088"/>
            <a:ext cx="4632325" cy="377825"/>
          </a:xfrm>
          <a:prstGeom prst="rect">
            <a:avLst/>
          </a:prstGeom>
        </p:spPr>
        <p:txBody>
          <a:bodyPr vert="horz" lIns="91440" tIns="45720" rIns="91440" bIns="45720" rtlCol="0" anchor="b"/>
          <a:lstStyle>
            <a:lvl1pPr algn="r">
              <a:defRPr sz="1200"/>
            </a:lvl1pPr>
          </a:lstStyle>
          <a:p>
            <a:fld id="{3B8B8562-ADB6-435C-B363-A0DA83C72213}" type="slidenum">
              <a:rPr lang="zh-CN" altLang="en-US" smtClean="0"/>
              <a:t>‹#›</a:t>
            </a:fld>
            <a:endParaRPr lang="zh-CN" altLang="en-US"/>
          </a:p>
        </p:txBody>
      </p:sp>
    </p:spTree>
    <p:extLst>
      <p:ext uri="{BB962C8B-B14F-4D97-AF65-F5344CB8AC3E}">
        <p14:creationId xmlns:p14="http://schemas.microsoft.com/office/powerpoint/2010/main" val="2245313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F5076F0C-09D0-4A21-B1E7-947603FDA6BA}"/>
              </a:ext>
            </a:extLst>
          </p:cNvPr>
          <p:cNvSpPr>
            <a:spLocks noGrp="1" noRot="1" noChangeAspect="1" noTextEdit="1"/>
          </p:cNvSpPr>
          <p:nvPr>
            <p:ph type="sldImg"/>
          </p:nvPr>
        </p:nvSpPr>
        <p:spPr>
          <a:xfrm>
            <a:off x="382588" y="685800"/>
            <a:ext cx="6092825" cy="3429000"/>
          </a:xfrm>
          <a:ln/>
        </p:spPr>
      </p:sp>
      <p:sp>
        <p:nvSpPr>
          <p:cNvPr id="35843" name="备注占位符 2">
            <a:extLst>
              <a:ext uri="{FF2B5EF4-FFF2-40B4-BE49-F238E27FC236}">
                <a16:creationId xmlns:a16="http://schemas.microsoft.com/office/drawing/2014/main" id="{1CD6DB83-86F3-4A49-9B3E-9451A59F7283}"/>
              </a:ext>
            </a:extLst>
          </p:cNvPr>
          <p:cNvSpPr>
            <a:spLocks noGrp="1"/>
          </p:cNvSpPr>
          <p:nvPr>
            <p:ph type="body" idx="1"/>
          </p:nvPr>
        </p:nvSpPr>
        <p:spPr>
          <a:noFill/>
        </p:spPr>
        <p:txBody>
          <a:bodyPr/>
          <a:lstStyle/>
          <a:p>
            <a:pPr eaLnBrk="1" hangingPunct="1"/>
            <a:r>
              <a:rPr lang="zh-CN" altLang="en-US"/>
              <a:t>编译程序的核心部分。</a:t>
            </a:r>
          </a:p>
        </p:txBody>
      </p:sp>
      <p:sp>
        <p:nvSpPr>
          <p:cNvPr id="35844" name="灯片编号占位符 3">
            <a:extLst>
              <a:ext uri="{FF2B5EF4-FFF2-40B4-BE49-F238E27FC236}">
                <a16:creationId xmlns:a16="http://schemas.microsoft.com/office/drawing/2014/main" id="{6F3ADB92-CD0F-401D-BBEF-323E878EEB10}"/>
              </a:ext>
            </a:extLst>
          </p:cNvPr>
          <p:cNvSpPr>
            <a:spLocks noGrp="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30CD9CB-83E9-4707-8104-48A696EF3EE0}" type="slidenum">
              <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77BCCAF3-A10F-4B96-B936-36CD8BBC90AE}"/>
              </a:ext>
            </a:extLst>
          </p:cNvPr>
          <p:cNvSpPr>
            <a:spLocks noGrp="1" noRot="1" noChangeAspect="1" noTextEdit="1"/>
          </p:cNvSpPr>
          <p:nvPr>
            <p:ph type="sldImg"/>
          </p:nvPr>
        </p:nvSpPr>
        <p:spPr>
          <a:xfrm>
            <a:off x="382588" y="685800"/>
            <a:ext cx="6092825" cy="3429000"/>
          </a:xfrm>
          <a:ln/>
        </p:spPr>
      </p:sp>
      <p:sp>
        <p:nvSpPr>
          <p:cNvPr id="36867" name="备注占位符 2">
            <a:extLst>
              <a:ext uri="{FF2B5EF4-FFF2-40B4-BE49-F238E27FC236}">
                <a16:creationId xmlns:a16="http://schemas.microsoft.com/office/drawing/2014/main" id="{7CB3953D-FEE2-4FA5-B323-053016D3E847}"/>
              </a:ext>
            </a:extLst>
          </p:cNvPr>
          <p:cNvSpPr>
            <a:spLocks noGrp="1"/>
          </p:cNvSpPr>
          <p:nvPr>
            <p:ph type="body" idx="1"/>
          </p:nvPr>
        </p:nvSpPr>
        <p:spPr>
          <a:noFill/>
        </p:spPr>
        <p:txBody>
          <a:bodyPr/>
          <a:lstStyle/>
          <a:p>
            <a:pPr eaLnBrk="1" hangingPunct="1"/>
            <a:r>
              <a:rPr lang="zh-CN" altLang="en-US"/>
              <a:t>确定分析和不确定分析。</a:t>
            </a:r>
          </a:p>
        </p:txBody>
      </p:sp>
      <p:sp>
        <p:nvSpPr>
          <p:cNvPr id="36868" name="灯片编号占位符 3">
            <a:extLst>
              <a:ext uri="{FF2B5EF4-FFF2-40B4-BE49-F238E27FC236}">
                <a16:creationId xmlns:a16="http://schemas.microsoft.com/office/drawing/2014/main" id="{A37D6D5C-B36A-4305-9AAD-2140326F5927}"/>
              </a:ext>
            </a:extLst>
          </p:cNvPr>
          <p:cNvSpPr>
            <a:spLocks noGrp="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C9404C2-18AD-4B22-ADB2-EA095A822859}" type="slidenum">
              <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4633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96CE09FA-C837-46D5-9E46-C640E30F0A8B}"/>
              </a:ext>
            </a:extLst>
          </p:cNvPr>
          <p:cNvSpPr>
            <a:spLocks noGrp="1" noRot="1" noChangeAspect="1" noTextEdit="1"/>
          </p:cNvSpPr>
          <p:nvPr>
            <p:ph type="sldImg"/>
          </p:nvPr>
        </p:nvSpPr>
        <p:spPr>
          <a:xfrm>
            <a:off x="382588" y="685800"/>
            <a:ext cx="6092825" cy="3429000"/>
          </a:xfrm>
          <a:ln/>
        </p:spPr>
      </p:sp>
      <p:sp>
        <p:nvSpPr>
          <p:cNvPr id="37891" name="备注占位符 2">
            <a:extLst>
              <a:ext uri="{FF2B5EF4-FFF2-40B4-BE49-F238E27FC236}">
                <a16:creationId xmlns:a16="http://schemas.microsoft.com/office/drawing/2014/main" id="{FEA9B025-DDE8-4244-BE1C-123BBFF75DF6}"/>
              </a:ext>
            </a:extLst>
          </p:cNvPr>
          <p:cNvSpPr>
            <a:spLocks noGrp="1"/>
          </p:cNvSpPr>
          <p:nvPr>
            <p:ph type="body" idx="1"/>
          </p:nvPr>
        </p:nvSpPr>
        <p:spPr>
          <a:noFill/>
        </p:spPr>
        <p:txBody>
          <a:bodyPr/>
          <a:lstStyle/>
          <a:p>
            <a:endParaRPr lang="zh-CN" altLang="en-US"/>
          </a:p>
        </p:txBody>
      </p:sp>
      <p:sp>
        <p:nvSpPr>
          <p:cNvPr id="37892" name="灯片编号占位符 3">
            <a:extLst>
              <a:ext uri="{FF2B5EF4-FFF2-40B4-BE49-F238E27FC236}">
                <a16:creationId xmlns:a16="http://schemas.microsoft.com/office/drawing/2014/main" id="{EF1F6231-B657-4A31-8B17-60D85059CD36}"/>
              </a:ext>
            </a:extLst>
          </p:cNvPr>
          <p:cNvSpPr>
            <a:spLocks noGrp="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FDBAC8E-E2B3-458E-8BE1-8AF4AA1E8FEA}" type="slidenum">
              <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B8B8562-ADB6-435C-B363-A0DA83C72213}" type="slidenum">
              <a:rPr lang="zh-CN" altLang="en-US" smtClean="0"/>
              <a:t>16</a:t>
            </a:fld>
            <a:endParaRPr lang="zh-CN" altLang="en-US"/>
          </a:p>
        </p:txBody>
      </p:sp>
    </p:spTree>
    <p:extLst>
      <p:ext uri="{BB962C8B-B14F-4D97-AF65-F5344CB8AC3E}">
        <p14:creationId xmlns:p14="http://schemas.microsoft.com/office/powerpoint/2010/main" val="290195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B8B8562-ADB6-435C-B363-A0DA83C72213}" type="slidenum">
              <a:rPr lang="zh-CN" altLang="en-US" smtClean="0"/>
              <a:t>25</a:t>
            </a:fld>
            <a:endParaRPr lang="zh-CN" altLang="en-US"/>
          </a:p>
        </p:txBody>
      </p:sp>
    </p:spTree>
    <p:extLst>
      <p:ext uri="{BB962C8B-B14F-4D97-AF65-F5344CB8AC3E}">
        <p14:creationId xmlns:p14="http://schemas.microsoft.com/office/powerpoint/2010/main" val="659581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B8B8562-ADB6-435C-B363-A0DA83C72213}" type="slidenum">
              <a:rPr lang="zh-CN" altLang="en-US" smtClean="0"/>
              <a:t>26</a:t>
            </a:fld>
            <a:endParaRPr lang="zh-CN" altLang="en-US"/>
          </a:p>
        </p:txBody>
      </p:sp>
    </p:spTree>
    <p:extLst>
      <p:ext uri="{BB962C8B-B14F-4D97-AF65-F5344CB8AC3E}">
        <p14:creationId xmlns:p14="http://schemas.microsoft.com/office/powerpoint/2010/main" val="2329525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B8B8562-ADB6-435C-B363-A0DA83C72213}" type="slidenum">
              <a:rPr lang="zh-CN" altLang="en-US" smtClean="0"/>
              <a:t>27</a:t>
            </a:fld>
            <a:endParaRPr lang="zh-CN" altLang="en-US"/>
          </a:p>
        </p:txBody>
      </p:sp>
    </p:spTree>
    <p:extLst>
      <p:ext uri="{BB962C8B-B14F-4D97-AF65-F5344CB8AC3E}">
        <p14:creationId xmlns:p14="http://schemas.microsoft.com/office/powerpoint/2010/main" val="2246934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B8B8562-ADB6-435C-B363-A0DA83C72213}" type="slidenum">
              <a:rPr lang="zh-CN" altLang="en-US" smtClean="0"/>
              <a:t>28</a:t>
            </a:fld>
            <a:endParaRPr lang="zh-CN" altLang="en-US"/>
          </a:p>
        </p:txBody>
      </p:sp>
    </p:spTree>
    <p:extLst>
      <p:ext uri="{BB962C8B-B14F-4D97-AF65-F5344CB8AC3E}">
        <p14:creationId xmlns:p14="http://schemas.microsoft.com/office/powerpoint/2010/main" val="2396753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007507" y="2347414"/>
            <a:ext cx="11418411" cy="1619750"/>
          </a:xfrm>
        </p:spPr>
        <p:txBody>
          <a:bodyPr/>
          <a:lstStyle/>
          <a:p>
            <a:r>
              <a:rPr lang="zh-CN" altLang="en-US"/>
              <a:t>单击此处编辑母版标题样式</a:t>
            </a:r>
          </a:p>
        </p:txBody>
      </p:sp>
      <p:sp>
        <p:nvSpPr>
          <p:cNvPr id="3" name="副标题 2"/>
          <p:cNvSpPr>
            <a:spLocks noGrp="1"/>
          </p:cNvSpPr>
          <p:nvPr>
            <p:ph type="subTitle" idx="1"/>
          </p:nvPr>
        </p:nvSpPr>
        <p:spPr>
          <a:xfrm>
            <a:off x="2015014" y="4282016"/>
            <a:ext cx="9403398" cy="1931106"/>
          </a:xfrm>
        </p:spPr>
        <p:txBody>
          <a:bodyPr/>
          <a:lstStyle>
            <a:lvl1pPr marL="0" indent="0" algn="ctr">
              <a:buNone/>
              <a:defRPr/>
            </a:lvl1pPr>
            <a:lvl2pPr marL="503743" indent="0" algn="ctr">
              <a:buNone/>
              <a:defRPr/>
            </a:lvl2pPr>
            <a:lvl3pPr marL="1007486" indent="0" algn="ctr">
              <a:buNone/>
              <a:defRPr/>
            </a:lvl3pPr>
            <a:lvl4pPr marL="1511229" indent="0" algn="ctr">
              <a:buNone/>
              <a:defRPr/>
            </a:lvl4pPr>
            <a:lvl5pPr marL="2014972" indent="0" algn="ctr">
              <a:buNone/>
              <a:defRPr/>
            </a:lvl5pPr>
            <a:lvl6pPr marL="2518715" indent="0" algn="ctr">
              <a:buNone/>
              <a:defRPr/>
            </a:lvl6pPr>
            <a:lvl7pPr marL="3022458" indent="0" algn="ctr">
              <a:buNone/>
              <a:defRPr/>
            </a:lvl7pPr>
            <a:lvl8pPr marL="3526201" indent="0" algn="ctr">
              <a:buNone/>
              <a:defRPr/>
            </a:lvl8pPr>
            <a:lvl9pPr marL="4029944"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68FA851B-2E3A-4BF7-BC11-B46DF3C23103}"/>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4D287A70-268C-4066-B45F-A5CFE4330AF3}"/>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93E3784F-F9EE-42B0-8380-89B6E1F0B6FA}"/>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3444652359"/>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a:extLst>
              <a:ext uri="{FF2B5EF4-FFF2-40B4-BE49-F238E27FC236}">
                <a16:creationId xmlns:a16="http://schemas.microsoft.com/office/drawing/2014/main" id="{8F0CD07A-B36A-40D8-B135-3776444B7F9D}"/>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901069A8-F5FA-495B-B709-DF67361B3A4E}"/>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9F33DC41-A311-4C69-9BEF-7751536A70E8}"/>
              </a:ext>
            </a:extLst>
          </p:cNvPr>
          <p:cNvSpPr>
            <a:spLocks noGrp="1" noChangeArrowheads="1"/>
          </p:cNvSpPr>
          <p:nvPr>
            <p:ph type="sldNum" sz="quarter" idx="12"/>
          </p:nvPr>
        </p:nvSpPr>
        <p:spPr>
          <a:ln/>
        </p:spPr>
        <p:txBody>
          <a:bodyPr/>
          <a:lstStyle>
            <a:lvl1pPr>
              <a:defRPr/>
            </a:lvl1pPr>
          </a:lstStyle>
          <a:p>
            <a:pPr marL="28371">
              <a:spcBef>
                <a:spcPts val="154"/>
              </a:spcBef>
            </a:pPr>
            <a:fld id="{81D60167-4931-47E6-BA6A-407CBD079E47}" type="slidenum">
              <a:rPr lang="en-US" altLang="zh-CN" spc="-18" smtClean="0"/>
              <a:pPr marL="28371">
                <a:spcBef>
                  <a:spcPts val="154"/>
                </a:spcBef>
              </a:pPr>
              <a:t>‹#›</a:t>
            </a:fld>
            <a:endParaRPr lang="en-US" altLang="zh-CN" spc="-18" dirty="0"/>
          </a:p>
        </p:txBody>
      </p:sp>
    </p:spTree>
    <p:extLst>
      <p:ext uri="{BB962C8B-B14F-4D97-AF65-F5344CB8AC3E}">
        <p14:creationId xmlns:p14="http://schemas.microsoft.com/office/powerpoint/2010/main" val="4204820422"/>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61148" y="4855753"/>
            <a:ext cx="11418411" cy="1500805"/>
          </a:xfrm>
        </p:spPr>
        <p:txBody>
          <a:bodyPr anchor="t"/>
          <a:lstStyle>
            <a:lvl1pPr algn="l">
              <a:defRPr sz="4407" b="1" cap="all"/>
            </a:lvl1pPr>
          </a:lstStyle>
          <a:p>
            <a:r>
              <a:rPr lang="zh-CN" altLang="en-US"/>
              <a:t>单击此处编辑母版标题样式</a:t>
            </a:r>
          </a:p>
        </p:txBody>
      </p:sp>
      <p:sp>
        <p:nvSpPr>
          <p:cNvPr id="3" name="文本占位符 2"/>
          <p:cNvSpPr>
            <a:spLocks noGrp="1"/>
          </p:cNvSpPr>
          <p:nvPr>
            <p:ph type="body" idx="1"/>
          </p:nvPr>
        </p:nvSpPr>
        <p:spPr>
          <a:xfrm>
            <a:off x="1061148" y="3202768"/>
            <a:ext cx="11418411" cy="1652984"/>
          </a:xfrm>
        </p:spPr>
        <p:txBody>
          <a:bodyPr anchor="b"/>
          <a:lstStyle>
            <a:lvl1pPr marL="0" indent="0">
              <a:buNone/>
              <a:defRPr sz="2204"/>
            </a:lvl1pPr>
            <a:lvl2pPr marL="503743" indent="0">
              <a:buNone/>
              <a:defRPr sz="1983"/>
            </a:lvl2pPr>
            <a:lvl3pPr marL="1007486" indent="0">
              <a:buNone/>
              <a:defRPr sz="1763"/>
            </a:lvl3pPr>
            <a:lvl4pPr marL="1511229" indent="0">
              <a:buNone/>
              <a:defRPr sz="1543"/>
            </a:lvl4pPr>
            <a:lvl5pPr marL="2014972" indent="0">
              <a:buNone/>
              <a:defRPr sz="1543"/>
            </a:lvl5pPr>
            <a:lvl6pPr marL="2518715" indent="0">
              <a:buNone/>
              <a:defRPr sz="1543"/>
            </a:lvl6pPr>
            <a:lvl7pPr marL="3022458" indent="0">
              <a:buNone/>
              <a:defRPr sz="1543"/>
            </a:lvl7pPr>
            <a:lvl8pPr marL="3526201" indent="0">
              <a:buNone/>
              <a:defRPr sz="1543"/>
            </a:lvl8pPr>
            <a:lvl9pPr marL="4029944" indent="0">
              <a:buNone/>
              <a:defRPr sz="1543"/>
            </a:lvl9pPr>
          </a:lstStyle>
          <a:p>
            <a:pPr lvl="0"/>
            <a:r>
              <a:rPr lang="zh-CN" altLang="en-US"/>
              <a:t>单击此处编辑母版文本样式</a:t>
            </a:r>
          </a:p>
        </p:txBody>
      </p:sp>
      <p:sp>
        <p:nvSpPr>
          <p:cNvPr id="4" name="Rectangle 4">
            <a:extLst>
              <a:ext uri="{FF2B5EF4-FFF2-40B4-BE49-F238E27FC236}">
                <a16:creationId xmlns:a16="http://schemas.microsoft.com/office/drawing/2014/main" id="{53064308-1D96-49F6-8035-4C63AEFE4A6F}"/>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05766E5F-EB7D-4A2F-B5F1-8ED9683A0644}"/>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46A167D7-BFAF-47F5-BF62-A83823CD8A5C}"/>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181214291"/>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1671" y="1763185"/>
            <a:ext cx="5933096" cy="4992188"/>
          </a:xfrm>
        </p:spPr>
        <p:txBody>
          <a:bodyPr/>
          <a:lstStyle>
            <a:lvl1pPr>
              <a:defRPr sz="3085"/>
            </a:lvl1pPr>
            <a:lvl2pPr>
              <a:defRPr sz="2644"/>
            </a:lvl2pPr>
            <a:lvl3pPr>
              <a:defRPr sz="2204"/>
            </a:lvl3pPr>
            <a:lvl4pPr>
              <a:defRPr sz="1983"/>
            </a:lvl4pPr>
            <a:lvl5pPr>
              <a:defRPr sz="1983"/>
            </a:lvl5pPr>
            <a:lvl6pPr>
              <a:defRPr sz="1983"/>
            </a:lvl6pPr>
            <a:lvl7pPr>
              <a:defRPr sz="1983"/>
            </a:lvl7pPr>
            <a:lvl8pPr>
              <a:defRPr sz="1983"/>
            </a:lvl8pPr>
            <a:lvl9pPr>
              <a:defRPr sz="1983"/>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828658" y="1763185"/>
            <a:ext cx="5933096" cy="4992188"/>
          </a:xfrm>
        </p:spPr>
        <p:txBody>
          <a:bodyPr/>
          <a:lstStyle>
            <a:lvl1pPr>
              <a:defRPr sz="3085"/>
            </a:lvl1pPr>
            <a:lvl2pPr>
              <a:defRPr sz="2644"/>
            </a:lvl2pPr>
            <a:lvl3pPr>
              <a:defRPr sz="2204"/>
            </a:lvl3pPr>
            <a:lvl4pPr>
              <a:defRPr sz="1983"/>
            </a:lvl4pPr>
            <a:lvl5pPr>
              <a:defRPr sz="1983"/>
            </a:lvl5pPr>
            <a:lvl6pPr>
              <a:defRPr sz="1983"/>
            </a:lvl6pPr>
            <a:lvl7pPr>
              <a:defRPr sz="1983"/>
            </a:lvl7pPr>
            <a:lvl8pPr>
              <a:defRPr sz="1983"/>
            </a:lvl8pPr>
            <a:lvl9pPr>
              <a:defRPr sz="1983"/>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a:extLst>
              <a:ext uri="{FF2B5EF4-FFF2-40B4-BE49-F238E27FC236}">
                <a16:creationId xmlns:a16="http://schemas.microsoft.com/office/drawing/2014/main" id="{C0491739-35F4-45BE-B928-4A54D76674A9}"/>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6" name="Rectangle 5">
            <a:extLst>
              <a:ext uri="{FF2B5EF4-FFF2-40B4-BE49-F238E27FC236}">
                <a16:creationId xmlns:a16="http://schemas.microsoft.com/office/drawing/2014/main" id="{3788AAAA-6BF7-43ED-B71E-FFCC534BC695}"/>
              </a:ext>
            </a:extLst>
          </p:cNvPr>
          <p:cNvSpPr>
            <a:spLocks noGrp="1" noChangeArrowheads="1"/>
          </p:cNvSpPr>
          <p:nvPr>
            <p:ph type="ftr" sz="quarter" idx="11"/>
          </p:nvPr>
        </p:nvSpPr>
        <p:spPr>
          <a:ln/>
        </p:spPr>
        <p:txBody>
          <a:bodyPr/>
          <a:lstStyle>
            <a:lvl1pPr>
              <a:defRPr/>
            </a:lvl1pPr>
          </a:lstStyle>
          <a:p>
            <a:endParaRPr lang="zh-CN" altLang="en-US"/>
          </a:p>
        </p:txBody>
      </p:sp>
      <p:sp>
        <p:nvSpPr>
          <p:cNvPr id="7" name="Rectangle 6">
            <a:extLst>
              <a:ext uri="{FF2B5EF4-FFF2-40B4-BE49-F238E27FC236}">
                <a16:creationId xmlns:a16="http://schemas.microsoft.com/office/drawing/2014/main" id="{50D3BBEF-95A3-4291-B368-FE48718C3A74}"/>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3300264438"/>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71671" y="302610"/>
            <a:ext cx="12090083" cy="125941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71672" y="1691467"/>
            <a:ext cx="5935429" cy="704923"/>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zh-CN" altLang="en-US"/>
              <a:t>单击此处编辑母版文本样式</a:t>
            </a:r>
          </a:p>
        </p:txBody>
      </p:sp>
      <p:sp>
        <p:nvSpPr>
          <p:cNvPr id="4" name="内容占位符 3"/>
          <p:cNvSpPr>
            <a:spLocks noGrp="1"/>
          </p:cNvSpPr>
          <p:nvPr>
            <p:ph sz="half" idx="2"/>
          </p:nvPr>
        </p:nvSpPr>
        <p:spPr>
          <a:xfrm>
            <a:off x="671672" y="2396390"/>
            <a:ext cx="5935429" cy="4353734"/>
          </a:xfrm>
        </p:spPr>
        <p:txBody>
          <a:bodyPr/>
          <a:lstStyle>
            <a:lvl1pPr>
              <a:defRPr sz="2644"/>
            </a:lvl1pPr>
            <a:lvl2pPr>
              <a:defRPr sz="2204"/>
            </a:lvl2pPr>
            <a:lvl3pPr>
              <a:defRPr sz="1983"/>
            </a:lvl3pPr>
            <a:lvl4pPr>
              <a:defRPr sz="1763"/>
            </a:lvl4pPr>
            <a:lvl5pPr>
              <a:defRPr sz="1763"/>
            </a:lvl5pPr>
            <a:lvl6pPr>
              <a:defRPr sz="1763"/>
            </a:lvl6pPr>
            <a:lvl7pPr>
              <a:defRPr sz="1763"/>
            </a:lvl7pPr>
            <a:lvl8pPr>
              <a:defRPr sz="1763"/>
            </a:lvl8pPr>
            <a:lvl9pPr>
              <a:defRPr sz="1763"/>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823995" y="1691467"/>
            <a:ext cx="5937760" cy="704923"/>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zh-CN" altLang="en-US"/>
              <a:t>单击此处编辑母版文本样式</a:t>
            </a:r>
          </a:p>
        </p:txBody>
      </p:sp>
      <p:sp>
        <p:nvSpPr>
          <p:cNvPr id="6" name="内容占位符 5"/>
          <p:cNvSpPr>
            <a:spLocks noGrp="1"/>
          </p:cNvSpPr>
          <p:nvPr>
            <p:ph sz="quarter" idx="4"/>
          </p:nvPr>
        </p:nvSpPr>
        <p:spPr>
          <a:xfrm>
            <a:off x="6823995" y="2396390"/>
            <a:ext cx="5937760" cy="4353734"/>
          </a:xfrm>
        </p:spPr>
        <p:txBody>
          <a:bodyPr/>
          <a:lstStyle>
            <a:lvl1pPr>
              <a:defRPr sz="2644"/>
            </a:lvl1pPr>
            <a:lvl2pPr>
              <a:defRPr sz="2204"/>
            </a:lvl2pPr>
            <a:lvl3pPr>
              <a:defRPr sz="1983"/>
            </a:lvl3pPr>
            <a:lvl4pPr>
              <a:defRPr sz="1763"/>
            </a:lvl4pPr>
            <a:lvl5pPr>
              <a:defRPr sz="1763"/>
            </a:lvl5pPr>
            <a:lvl6pPr>
              <a:defRPr sz="1763"/>
            </a:lvl6pPr>
            <a:lvl7pPr>
              <a:defRPr sz="1763"/>
            </a:lvl7pPr>
            <a:lvl8pPr>
              <a:defRPr sz="1763"/>
            </a:lvl8pPr>
            <a:lvl9pPr>
              <a:defRPr sz="1763"/>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a:extLst>
              <a:ext uri="{FF2B5EF4-FFF2-40B4-BE49-F238E27FC236}">
                <a16:creationId xmlns:a16="http://schemas.microsoft.com/office/drawing/2014/main" id="{B8F703AF-B12D-4C48-9F61-14A60C92EC24}"/>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8" name="Rectangle 5">
            <a:extLst>
              <a:ext uri="{FF2B5EF4-FFF2-40B4-BE49-F238E27FC236}">
                <a16:creationId xmlns:a16="http://schemas.microsoft.com/office/drawing/2014/main" id="{5B8250F0-1109-48CD-B98B-56BC5D46D631}"/>
              </a:ext>
            </a:extLst>
          </p:cNvPr>
          <p:cNvSpPr>
            <a:spLocks noGrp="1" noChangeArrowheads="1"/>
          </p:cNvSpPr>
          <p:nvPr>
            <p:ph type="ftr" sz="quarter" idx="11"/>
          </p:nvPr>
        </p:nvSpPr>
        <p:spPr>
          <a:ln/>
        </p:spPr>
        <p:txBody>
          <a:bodyPr/>
          <a:lstStyle>
            <a:lvl1pPr>
              <a:defRPr/>
            </a:lvl1pPr>
          </a:lstStyle>
          <a:p>
            <a:endParaRPr lang="zh-CN" altLang="en-US"/>
          </a:p>
        </p:txBody>
      </p:sp>
      <p:sp>
        <p:nvSpPr>
          <p:cNvPr id="9" name="Rectangle 6">
            <a:extLst>
              <a:ext uri="{FF2B5EF4-FFF2-40B4-BE49-F238E27FC236}">
                <a16:creationId xmlns:a16="http://schemas.microsoft.com/office/drawing/2014/main" id="{CECE7368-FD21-4864-AD02-1533FC5B85A3}"/>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43241539"/>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C1ADC3D-9285-4EE7-8C01-78222497FE40}"/>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4" name="Rectangle 5">
            <a:extLst>
              <a:ext uri="{FF2B5EF4-FFF2-40B4-BE49-F238E27FC236}">
                <a16:creationId xmlns:a16="http://schemas.microsoft.com/office/drawing/2014/main" id="{ED142877-B895-46E4-80F4-259A8B60ACA5}"/>
              </a:ext>
            </a:extLst>
          </p:cNvPr>
          <p:cNvSpPr>
            <a:spLocks noGrp="1" noChangeArrowheads="1"/>
          </p:cNvSpPr>
          <p:nvPr>
            <p:ph type="ftr" sz="quarter" idx="11"/>
          </p:nvPr>
        </p:nvSpPr>
        <p:spPr>
          <a:ln/>
        </p:spPr>
        <p:txBody>
          <a:bodyPr/>
          <a:lstStyle>
            <a:lvl1pPr>
              <a:defRPr/>
            </a:lvl1pPr>
          </a:lstStyle>
          <a:p>
            <a:endParaRPr lang="zh-CN" altLang="en-US"/>
          </a:p>
        </p:txBody>
      </p:sp>
      <p:sp>
        <p:nvSpPr>
          <p:cNvPr id="5" name="Rectangle 6">
            <a:extLst>
              <a:ext uri="{FF2B5EF4-FFF2-40B4-BE49-F238E27FC236}">
                <a16:creationId xmlns:a16="http://schemas.microsoft.com/office/drawing/2014/main" id="{EFEAE06F-D81C-4E60-A3D4-FF4C28849A7D}"/>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4041497866"/>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AC27BFF-7968-4443-B04B-E96EA440A3C3}"/>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3" name="Rectangle 5">
            <a:extLst>
              <a:ext uri="{FF2B5EF4-FFF2-40B4-BE49-F238E27FC236}">
                <a16:creationId xmlns:a16="http://schemas.microsoft.com/office/drawing/2014/main" id="{E1FFFAAA-EE78-41CB-AEDB-98EF59BBB1B9}"/>
              </a:ext>
            </a:extLst>
          </p:cNvPr>
          <p:cNvSpPr>
            <a:spLocks noGrp="1" noChangeArrowheads="1"/>
          </p:cNvSpPr>
          <p:nvPr>
            <p:ph type="ftr" sz="quarter" idx="11"/>
          </p:nvPr>
        </p:nvSpPr>
        <p:spPr>
          <a:ln/>
        </p:spPr>
        <p:txBody>
          <a:bodyPr/>
          <a:lstStyle>
            <a:lvl1pPr>
              <a:defRPr/>
            </a:lvl1pPr>
          </a:lstStyle>
          <a:p>
            <a:endParaRPr lang="zh-CN" altLang="en-US"/>
          </a:p>
        </p:txBody>
      </p:sp>
      <p:sp>
        <p:nvSpPr>
          <p:cNvPr id="4" name="Rectangle 6">
            <a:extLst>
              <a:ext uri="{FF2B5EF4-FFF2-40B4-BE49-F238E27FC236}">
                <a16:creationId xmlns:a16="http://schemas.microsoft.com/office/drawing/2014/main" id="{8895FDB6-0982-4654-B725-F6F887E0A674}"/>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3765233198"/>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9829B39-A798-40EB-85BE-E7071A8334DE}"/>
              </a:ext>
            </a:extLst>
          </p:cNvPr>
          <p:cNvSpPr/>
          <p:nvPr/>
        </p:nvSpPr>
        <p:spPr bwMode="auto">
          <a:xfrm>
            <a:off x="559726" y="1511300"/>
            <a:ext cx="12202028" cy="251883"/>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a:lstStyle/>
          <a:p>
            <a:pPr eaLnBrk="1" hangingPunct="1">
              <a:buFont typeface="Arial" pitchFamily="34" charset="0"/>
              <a:buNone/>
              <a:defRPr/>
            </a:pPr>
            <a:endParaRPr lang="zh-CN" altLang="en-US" sz="1983">
              <a:solidFill>
                <a:schemeClr val="tx1"/>
              </a:solidFill>
              <a:ea typeface="宋体" pitchFamily="2" charset="-122"/>
            </a:endParaRPr>
          </a:p>
        </p:txBody>
      </p:sp>
      <p:sp>
        <p:nvSpPr>
          <p:cNvPr id="3" name="Rectangle 4">
            <a:extLst>
              <a:ext uri="{FF2B5EF4-FFF2-40B4-BE49-F238E27FC236}">
                <a16:creationId xmlns:a16="http://schemas.microsoft.com/office/drawing/2014/main" id="{DC7E7413-DEDC-42EC-8883-1E030F687F7E}"/>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4897EE0E-58E0-45BB-9250-21332FC67596}"/>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3D1B437-8E92-4196-903F-F4388C71A398}"/>
              </a:ext>
            </a:extLst>
          </p:cNvPr>
          <p:cNvSpPr>
            <a:spLocks noGrp="1" noChangeArrowheads="1"/>
          </p:cNvSpPr>
          <p:nvPr>
            <p:ph type="sldNum" sz="quarter" idx="12"/>
          </p:nvPr>
        </p:nvSpPr>
        <p:spPr/>
        <p:txBody>
          <a:bodyPr/>
          <a:lstStyle>
            <a:lvl1pPr>
              <a:defRPr smtClean="0"/>
            </a:lvl1pPr>
          </a:lstStyle>
          <a:p>
            <a:fld id="{4D93BB3C-151D-4D23-A227-17F3787EB3CB}" type="slidenum">
              <a:rPr lang="en-US" altLang="zh-CN" smtClean="0"/>
              <a:pPr/>
              <a:t>‹#›</a:t>
            </a:fld>
            <a:endParaRPr lang="en-US" altLang="zh-CN"/>
          </a:p>
        </p:txBody>
      </p:sp>
      <p:sp>
        <p:nvSpPr>
          <p:cNvPr id="6" name="矩形 5">
            <a:extLst>
              <a:ext uri="{FF2B5EF4-FFF2-40B4-BE49-F238E27FC236}">
                <a16:creationId xmlns:a16="http://schemas.microsoft.com/office/drawing/2014/main" id="{DF72EDF1-DB7D-9370-3085-2065EB4DA6E0}"/>
              </a:ext>
            </a:extLst>
          </p:cNvPr>
          <p:cNvSpPr/>
          <p:nvPr userDrawn="1"/>
        </p:nvSpPr>
        <p:spPr>
          <a:xfrm>
            <a:off x="503754" y="1511307"/>
            <a:ext cx="12258001" cy="25188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257"/>
          </a:p>
        </p:txBody>
      </p:sp>
    </p:spTree>
    <p:extLst>
      <p:ext uri="{BB962C8B-B14F-4D97-AF65-F5344CB8AC3E}">
        <p14:creationId xmlns:p14="http://schemas.microsoft.com/office/powerpoint/2010/main" val="13070049"/>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71672" y="300861"/>
            <a:ext cx="4419504" cy="1280407"/>
          </a:xfrm>
        </p:spPr>
        <p:txBody>
          <a:bodyPr/>
          <a:lstStyle>
            <a:lvl1pPr algn="l">
              <a:defRPr sz="2204" b="1"/>
            </a:lvl1pPr>
          </a:lstStyle>
          <a:p>
            <a:r>
              <a:rPr lang="zh-CN" altLang="en-US"/>
              <a:t>单击此处编辑母版标题样式</a:t>
            </a:r>
          </a:p>
        </p:txBody>
      </p:sp>
      <p:sp>
        <p:nvSpPr>
          <p:cNvPr id="3" name="内容占位符 2"/>
          <p:cNvSpPr>
            <a:spLocks noGrp="1"/>
          </p:cNvSpPr>
          <p:nvPr>
            <p:ph idx="1"/>
          </p:nvPr>
        </p:nvSpPr>
        <p:spPr>
          <a:xfrm>
            <a:off x="5252096" y="300863"/>
            <a:ext cx="7509658" cy="644926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71672" y="1581269"/>
            <a:ext cx="4419504" cy="5168856"/>
          </a:xfrm>
        </p:spPr>
        <p:txBody>
          <a:bodyPr/>
          <a:lstStyle>
            <a:lvl1pPr marL="0" indent="0">
              <a:buNone/>
              <a:defRPr sz="1543"/>
            </a:lvl1pPr>
            <a:lvl2pPr marL="503743" indent="0">
              <a:buNone/>
              <a:defRPr sz="1322"/>
            </a:lvl2pPr>
            <a:lvl3pPr marL="1007486" indent="0">
              <a:buNone/>
              <a:defRPr sz="1102"/>
            </a:lvl3pPr>
            <a:lvl4pPr marL="1511229" indent="0">
              <a:buNone/>
              <a:defRPr sz="992"/>
            </a:lvl4pPr>
            <a:lvl5pPr marL="2014972" indent="0">
              <a:buNone/>
              <a:defRPr sz="992"/>
            </a:lvl5pPr>
            <a:lvl6pPr marL="2518715" indent="0">
              <a:buNone/>
              <a:defRPr sz="992"/>
            </a:lvl6pPr>
            <a:lvl7pPr marL="3022458" indent="0">
              <a:buNone/>
              <a:defRPr sz="992"/>
            </a:lvl7pPr>
            <a:lvl8pPr marL="3526201" indent="0">
              <a:buNone/>
              <a:defRPr sz="992"/>
            </a:lvl8pPr>
            <a:lvl9pPr marL="4029944" indent="0">
              <a:buNone/>
              <a:defRPr sz="992"/>
            </a:lvl9pPr>
          </a:lstStyle>
          <a:p>
            <a:pPr lvl="0"/>
            <a:r>
              <a:rPr lang="zh-CN" altLang="en-US"/>
              <a:t>单击此处编辑母版文本样式</a:t>
            </a:r>
          </a:p>
        </p:txBody>
      </p:sp>
      <p:sp>
        <p:nvSpPr>
          <p:cNvPr id="5" name="Rectangle 4">
            <a:extLst>
              <a:ext uri="{FF2B5EF4-FFF2-40B4-BE49-F238E27FC236}">
                <a16:creationId xmlns:a16="http://schemas.microsoft.com/office/drawing/2014/main" id="{B5E64613-DBEF-4ECE-BF4A-A7B2D07FF7CB}"/>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6" name="Rectangle 5">
            <a:extLst>
              <a:ext uri="{FF2B5EF4-FFF2-40B4-BE49-F238E27FC236}">
                <a16:creationId xmlns:a16="http://schemas.microsoft.com/office/drawing/2014/main" id="{6E0DE96A-D911-433F-AAD6-2C4BB19CCC95}"/>
              </a:ext>
            </a:extLst>
          </p:cNvPr>
          <p:cNvSpPr>
            <a:spLocks noGrp="1" noChangeArrowheads="1"/>
          </p:cNvSpPr>
          <p:nvPr>
            <p:ph type="ftr" sz="quarter" idx="11"/>
          </p:nvPr>
        </p:nvSpPr>
        <p:spPr>
          <a:ln/>
        </p:spPr>
        <p:txBody>
          <a:bodyPr/>
          <a:lstStyle>
            <a:lvl1pPr>
              <a:defRPr/>
            </a:lvl1pPr>
          </a:lstStyle>
          <a:p>
            <a:endParaRPr lang="zh-CN" altLang="en-US"/>
          </a:p>
        </p:txBody>
      </p:sp>
      <p:sp>
        <p:nvSpPr>
          <p:cNvPr id="7" name="Rectangle 6">
            <a:extLst>
              <a:ext uri="{FF2B5EF4-FFF2-40B4-BE49-F238E27FC236}">
                <a16:creationId xmlns:a16="http://schemas.microsoft.com/office/drawing/2014/main" id="{17FC61E7-9E9F-4DE8-92ED-2B562CD4267A}"/>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4143274466"/>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633045" y="5289550"/>
            <a:ext cx="8060055" cy="624461"/>
          </a:xfrm>
        </p:spPr>
        <p:txBody>
          <a:bodyPr/>
          <a:lstStyle>
            <a:lvl1pPr algn="l">
              <a:defRPr sz="2204" b="1"/>
            </a:lvl1pPr>
          </a:lstStyle>
          <a:p>
            <a:r>
              <a:rPr lang="zh-CN" altLang="en-US"/>
              <a:t>单击此处编辑母版标题样式</a:t>
            </a:r>
          </a:p>
        </p:txBody>
      </p:sp>
      <p:sp>
        <p:nvSpPr>
          <p:cNvPr id="3" name="图片占位符 2"/>
          <p:cNvSpPr>
            <a:spLocks noGrp="1"/>
          </p:cNvSpPr>
          <p:nvPr>
            <p:ph type="pic" idx="1"/>
          </p:nvPr>
        </p:nvSpPr>
        <p:spPr>
          <a:xfrm>
            <a:off x="2633045" y="675187"/>
            <a:ext cx="8060055" cy="4533900"/>
          </a:xfrm>
        </p:spPr>
        <p:txBody>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zh-CN" altLang="en-US" noProof="0"/>
              <a:t>单击图标添加图片</a:t>
            </a:r>
          </a:p>
        </p:txBody>
      </p:sp>
      <p:sp>
        <p:nvSpPr>
          <p:cNvPr id="4" name="文本占位符 3"/>
          <p:cNvSpPr>
            <a:spLocks noGrp="1"/>
          </p:cNvSpPr>
          <p:nvPr>
            <p:ph type="body" sz="half" idx="2"/>
          </p:nvPr>
        </p:nvSpPr>
        <p:spPr>
          <a:xfrm>
            <a:off x="2633045" y="5914011"/>
            <a:ext cx="8060055" cy="886839"/>
          </a:xfrm>
        </p:spPr>
        <p:txBody>
          <a:bodyPr/>
          <a:lstStyle>
            <a:lvl1pPr marL="0" indent="0">
              <a:buNone/>
              <a:defRPr sz="1543"/>
            </a:lvl1pPr>
            <a:lvl2pPr marL="503743" indent="0">
              <a:buNone/>
              <a:defRPr sz="1322"/>
            </a:lvl2pPr>
            <a:lvl3pPr marL="1007486" indent="0">
              <a:buNone/>
              <a:defRPr sz="1102"/>
            </a:lvl3pPr>
            <a:lvl4pPr marL="1511229" indent="0">
              <a:buNone/>
              <a:defRPr sz="992"/>
            </a:lvl4pPr>
            <a:lvl5pPr marL="2014972" indent="0">
              <a:buNone/>
              <a:defRPr sz="992"/>
            </a:lvl5pPr>
            <a:lvl6pPr marL="2518715" indent="0">
              <a:buNone/>
              <a:defRPr sz="992"/>
            </a:lvl6pPr>
            <a:lvl7pPr marL="3022458" indent="0">
              <a:buNone/>
              <a:defRPr sz="992"/>
            </a:lvl7pPr>
            <a:lvl8pPr marL="3526201" indent="0">
              <a:buNone/>
              <a:defRPr sz="992"/>
            </a:lvl8pPr>
            <a:lvl9pPr marL="4029944" indent="0">
              <a:buNone/>
              <a:defRPr sz="992"/>
            </a:lvl9pPr>
          </a:lstStyle>
          <a:p>
            <a:pPr lvl="0"/>
            <a:r>
              <a:rPr lang="zh-CN" altLang="en-US"/>
              <a:t>单击此处编辑母版文本样式</a:t>
            </a:r>
          </a:p>
        </p:txBody>
      </p:sp>
      <p:sp>
        <p:nvSpPr>
          <p:cNvPr id="5" name="Rectangle 4">
            <a:extLst>
              <a:ext uri="{FF2B5EF4-FFF2-40B4-BE49-F238E27FC236}">
                <a16:creationId xmlns:a16="http://schemas.microsoft.com/office/drawing/2014/main" id="{519C93F0-342C-446A-854F-3E0C94B29E8B}"/>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6" name="Rectangle 5">
            <a:extLst>
              <a:ext uri="{FF2B5EF4-FFF2-40B4-BE49-F238E27FC236}">
                <a16:creationId xmlns:a16="http://schemas.microsoft.com/office/drawing/2014/main" id="{8216C228-007A-4979-BAEE-4FACEA6A8B04}"/>
              </a:ext>
            </a:extLst>
          </p:cNvPr>
          <p:cNvSpPr>
            <a:spLocks noGrp="1" noChangeArrowheads="1"/>
          </p:cNvSpPr>
          <p:nvPr>
            <p:ph type="ftr" sz="quarter" idx="11"/>
          </p:nvPr>
        </p:nvSpPr>
        <p:spPr>
          <a:ln/>
        </p:spPr>
        <p:txBody>
          <a:bodyPr/>
          <a:lstStyle>
            <a:lvl1pPr>
              <a:defRPr/>
            </a:lvl1pPr>
          </a:lstStyle>
          <a:p>
            <a:endParaRPr lang="zh-CN" altLang="en-US"/>
          </a:p>
        </p:txBody>
      </p:sp>
      <p:sp>
        <p:nvSpPr>
          <p:cNvPr id="7" name="Rectangle 6">
            <a:extLst>
              <a:ext uri="{FF2B5EF4-FFF2-40B4-BE49-F238E27FC236}">
                <a16:creationId xmlns:a16="http://schemas.microsoft.com/office/drawing/2014/main" id="{9DC8107F-866A-44B4-9097-2A66D0DB2F68}"/>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3893471042"/>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a:extLst>
              <a:ext uri="{FF2B5EF4-FFF2-40B4-BE49-F238E27FC236}">
                <a16:creationId xmlns:a16="http://schemas.microsoft.com/office/drawing/2014/main" id="{5FD7EDE4-DCC4-46FC-AC78-2A7F3F219473}"/>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CB367D75-109A-481B-9E72-12C2BDEBFAFF}"/>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A4C23799-9022-49C5-B885-03BDC47B6E55}"/>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551067353"/>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739233" y="306109"/>
            <a:ext cx="3022521" cy="64492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71671" y="306109"/>
            <a:ext cx="8843671" cy="644926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a:extLst>
              <a:ext uri="{FF2B5EF4-FFF2-40B4-BE49-F238E27FC236}">
                <a16:creationId xmlns:a16="http://schemas.microsoft.com/office/drawing/2014/main" id="{1403A2C5-4ED5-49B6-B67D-972DB81F730D}"/>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99F6A4F8-17C1-49A2-88D1-775142D3D7F4}"/>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E18A3A4A-BEB1-4B03-AB6E-11153CC3B019}"/>
              </a:ext>
            </a:extLst>
          </p:cNvPr>
          <p:cNvSpPr>
            <a:spLocks noGrp="1" noChangeArrowheads="1"/>
          </p:cNvSpPr>
          <p:nvPr>
            <p:ph type="sldNum" sz="quarter" idx="12"/>
          </p:nvPr>
        </p:nvSpPr>
        <p:spPr>
          <a:ln/>
        </p:spPr>
        <p:txBody>
          <a:bodyPr/>
          <a:lstStyle>
            <a:lvl1pPr>
              <a:defRPr/>
            </a:lvl1p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4139903871"/>
      </p:ext>
    </p:extLst>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1_标题幻灯片">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80791CAE-9FA0-4E1E-9A81-4DEC53507A7E}"/>
              </a:ext>
            </a:extLst>
          </p:cNvPr>
          <p:cNvGrpSpPr>
            <a:grpSpLocks/>
          </p:cNvGrpSpPr>
          <p:nvPr/>
        </p:nvGrpSpPr>
        <p:grpSpPr bwMode="auto">
          <a:xfrm>
            <a:off x="335836" y="3183529"/>
            <a:ext cx="12649808" cy="222148"/>
            <a:chOff x="144" y="1680"/>
            <a:chExt cx="5424" cy="144"/>
          </a:xfrm>
        </p:grpSpPr>
        <p:sp>
          <p:nvSpPr>
            <p:cNvPr id="5" name="Rectangle 8">
              <a:extLst>
                <a:ext uri="{FF2B5EF4-FFF2-40B4-BE49-F238E27FC236}">
                  <a16:creationId xmlns:a16="http://schemas.microsoft.com/office/drawing/2014/main" id="{2BD136DA-F537-4889-B545-BC7979DEE667}"/>
                </a:ext>
              </a:extLst>
            </p:cNvPr>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chemeClr val="tx1"/>
                  </a:solidFill>
                  <a:latin typeface="Verdana" pitchFamily="34" charset="0"/>
                  <a:ea typeface="宋体" pitchFamily="2" charset="-122"/>
                </a:defRPr>
              </a:lvl1pPr>
              <a:lvl2pPr marL="742950" indent="-285750" eaLnBrk="0" hangingPunct="0">
                <a:defRPr sz="3200">
                  <a:solidFill>
                    <a:schemeClr val="tx1"/>
                  </a:solidFill>
                  <a:latin typeface="Verdana" pitchFamily="34" charset="0"/>
                  <a:ea typeface="宋体" pitchFamily="2" charset="-122"/>
                </a:defRPr>
              </a:lvl2pPr>
              <a:lvl3pPr marL="1143000" indent="-228600" eaLnBrk="0" hangingPunct="0">
                <a:defRPr sz="3200">
                  <a:solidFill>
                    <a:schemeClr val="tx1"/>
                  </a:solidFill>
                  <a:latin typeface="Verdana" pitchFamily="34" charset="0"/>
                  <a:ea typeface="宋体" pitchFamily="2" charset="-122"/>
                </a:defRPr>
              </a:lvl3pPr>
              <a:lvl4pPr marL="1600200" indent="-228600" eaLnBrk="0" hangingPunct="0">
                <a:defRPr sz="3200">
                  <a:solidFill>
                    <a:schemeClr val="tx1"/>
                  </a:solidFill>
                  <a:latin typeface="Verdana" pitchFamily="34" charset="0"/>
                  <a:ea typeface="宋体" pitchFamily="2" charset="-122"/>
                </a:defRPr>
              </a:lvl4pPr>
              <a:lvl5pPr marL="2057400" indent="-228600" eaLnBrk="0" hangingPunct="0">
                <a:defRPr sz="32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Verdana" pitchFamily="34" charset="0"/>
                  <a:ea typeface="宋体" pitchFamily="2" charset="-122"/>
                </a:defRPr>
              </a:lvl9pPr>
            </a:lstStyle>
            <a:p>
              <a:pPr eaLnBrk="1" hangingPunct="1">
                <a:defRPr/>
              </a:pPr>
              <a:endParaRPr lang="zh-CN" altLang="en-US" sz="2105"/>
            </a:p>
          </p:txBody>
        </p:sp>
        <p:sp>
          <p:nvSpPr>
            <p:cNvPr id="6" name="Rectangle 9">
              <a:extLst>
                <a:ext uri="{FF2B5EF4-FFF2-40B4-BE49-F238E27FC236}">
                  <a16:creationId xmlns:a16="http://schemas.microsoft.com/office/drawing/2014/main" id="{CF197763-B84D-4310-B0B1-A973ACABF8C7}"/>
                </a:ext>
              </a:extLst>
            </p:cNvPr>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chemeClr val="tx1"/>
                  </a:solidFill>
                  <a:latin typeface="Verdana" pitchFamily="34" charset="0"/>
                  <a:ea typeface="宋体" pitchFamily="2" charset="-122"/>
                </a:defRPr>
              </a:lvl1pPr>
              <a:lvl2pPr marL="742950" indent="-285750" eaLnBrk="0" hangingPunct="0">
                <a:defRPr sz="3200">
                  <a:solidFill>
                    <a:schemeClr val="tx1"/>
                  </a:solidFill>
                  <a:latin typeface="Verdana" pitchFamily="34" charset="0"/>
                  <a:ea typeface="宋体" pitchFamily="2" charset="-122"/>
                </a:defRPr>
              </a:lvl2pPr>
              <a:lvl3pPr marL="1143000" indent="-228600" eaLnBrk="0" hangingPunct="0">
                <a:defRPr sz="3200">
                  <a:solidFill>
                    <a:schemeClr val="tx1"/>
                  </a:solidFill>
                  <a:latin typeface="Verdana" pitchFamily="34" charset="0"/>
                  <a:ea typeface="宋体" pitchFamily="2" charset="-122"/>
                </a:defRPr>
              </a:lvl3pPr>
              <a:lvl4pPr marL="1600200" indent="-228600" eaLnBrk="0" hangingPunct="0">
                <a:defRPr sz="3200">
                  <a:solidFill>
                    <a:schemeClr val="tx1"/>
                  </a:solidFill>
                  <a:latin typeface="Verdana" pitchFamily="34" charset="0"/>
                  <a:ea typeface="宋体" pitchFamily="2" charset="-122"/>
                </a:defRPr>
              </a:lvl4pPr>
              <a:lvl5pPr marL="2057400" indent="-228600" eaLnBrk="0" hangingPunct="0">
                <a:defRPr sz="32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Verdana" pitchFamily="34" charset="0"/>
                  <a:ea typeface="宋体" pitchFamily="2" charset="-122"/>
                </a:defRPr>
              </a:lvl9pPr>
            </a:lstStyle>
            <a:p>
              <a:pPr eaLnBrk="1" hangingPunct="1">
                <a:defRPr/>
              </a:pPr>
              <a:endParaRPr lang="zh-CN" altLang="en-US" sz="2105"/>
            </a:p>
          </p:txBody>
        </p:sp>
        <p:sp>
          <p:nvSpPr>
            <p:cNvPr id="7" name="Rectangle 10">
              <a:extLst>
                <a:ext uri="{FF2B5EF4-FFF2-40B4-BE49-F238E27FC236}">
                  <a16:creationId xmlns:a16="http://schemas.microsoft.com/office/drawing/2014/main" id="{B65A5AE7-692E-4949-8A76-9B3D4B62078F}"/>
                </a:ext>
              </a:extLst>
            </p:cNvPr>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200">
                  <a:solidFill>
                    <a:schemeClr val="tx1"/>
                  </a:solidFill>
                  <a:latin typeface="Verdana" pitchFamily="34" charset="0"/>
                  <a:ea typeface="宋体" pitchFamily="2" charset="-122"/>
                </a:defRPr>
              </a:lvl1pPr>
              <a:lvl2pPr marL="742950" indent="-285750" eaLnBrk="0" hangingPunct="0">
                <a:defRPr sz="3200">
                  <a:solidFill>
                    <a:schemeClr val="tx1"/>
                  </a:solidFill>
                  <a:latin typeface="Verdana" pitchFamily="34" charset="0"/>
                  <a:ea typeface="宋体" pitchFamily="2" charset="-122"/>
                </a:defRPr>
              </a:lvl2pPr>
              <a:lvl3pPr marL="1143000" indent="-228600" eaLnBrk="0" hangingPunct="0">
                <a:defRPr sz="3200">
                  <a:solidFill>
                    <a:schemeClr val="tx1"/>
                  </a:solidFill>
                  <a:latin typeface="Verdana" pitchFamily="34" charset="0"/>
                  <a:ea typeface="宋体" pitchFamily="2" charset="-122"/>
                </a:defRPr>
              </a:lvl3pPr>
              <a:lvl4pPr marL="1600200" indent="-228600" eaLnBrk="0" hangingPunct="0">
                <a:defRPr sz="3200">
                  <a:solidFill>
                    <a:schemeClr val="tx1"/>
                  </a:solidFill>
                  <a:latin typeface="Verdana" pitchFamily="34" charset="0"/>
                  <a:ea typeface="宋体" pitchFamily="2" charset="-122"/>
                </a:defRPr>
              </a:lvl4pPr>
              <a:lvl5pPr marL="2057400" indent="-228600" eaLnBrk="0" hangingPunct="0">
                <a:defRPr sz="32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Verdana" pitchFamily="34" charset="0"/>
                  <a:ea typeface="宋体" pitchFamily="2" charset="-122"/>
                </a:defRPr>
              </a:lvl9pPr>
            </a:lstStyle>
            <a:p>
              <a:pPr eaLnBrk="1" hangingPunct="1">
                <a:defRPr/>
              </a:pPr>
              <a:endParaRPr lang="zh-CN" altLang="en-US" sz="2105"/>
            </a:p>
          </p:txBody>
        </p:sp>
      </p:grpSp>
      <p:sp>
        <p:nvSpPr>
          <p:cNvPr id="162818" name="Rectangle 2"/>
          <p:cNvSpPr>
            <a:spLocks noGrp="1" noChangeArrowheads="1"/>
          </p:cNvSpPr>
          <p:nvPr>
            <p:ph type="ctrTitle"/>
          </p:nvPr>
        </p:nvSpPr>
        <p:spPr>
          <a:xfrm>
            <a:off x="1007507" y="755650"/>
            <a:ext cx="11418411" cy="2343914"/>
          </a:xfrm>
        </p:spPr>
        <p:txBody>
          <a:bodyPr/>
          <a:lstStyle>
            <a:lvl1pPr algn="ctr">
              <a:defRPr sz="4800"/>
            </a:lvl1pPr>
          </a:lstStyle>
          <a:p>
            <a:pPr lvl="0"/>
            <a:r>
              <a:rPr lang="zh-CN" altLang="en-US" noProof="0"/>
              <a:t>单击此处编辑母版标题样式</a:t>
            </a:r>
          </a:p>
        </p:txBody>
      </p:sp>
      <p:sp>
        <p:nvSpPr>
          <p:cNvPr id="162819" name="Rectangle 3"/>
          <p:cNvSpPr>
            <a:spLocks noGrp="1" noChangeArrowheads="1"/>
          </p:cNvSpPr>
          <p:nvPr>
            <p:ph type="subTitle" idx="1"/>
          </p:nvPr>
        </p:nvSpPr>
        <p:spPr>
          <a:xfrm>
            <a:off x="2015014" y="3603331"/>
            <a:ext cx="9403398" cy="2434872"/>
          </a:xfrm>
        </p:spPr>
        <p:txBody>
          <a:bodyPr/>
          <a:lstStyle>
            <a:lvl1pPr marL="0" indent="0" algn="ctr">
              <a:buFont typeface="Wingdings" pitchFamily="2" charset="2"/>
              <a:buNone/>
              <a:defRPr sz="1972"/>
            </a:lvl1pPr>
          </a:lstStyle>
          <a:p>
            <a:pPr lvl="0"/>
            <a:r>
              <a:rPr lang="zh-CN" altLang="en-US" noProof="0"/>
              <a:t>单击此处编辑母版副标题样式</a:t>
            </a:r>
          </a:p>
        </p:txBody>
      </p:sp>
      <p:sp>
        <p:nvSpPr>
          <p:cNvPr id="8" name="Rectangle 4">
            <a:extLst>
              <a:ext uri="{FF2B5EF4-FFF2-40B4-BE49-F238E27FC236}">
                <a16:creationId xmlns:a16="http://schemas.microsoft.com/office/drawing/2014/main" id="{641DF985-3A34-4A0F-84BA-6AD33F23C15A}"/>
              </a:ext>
            </a:extLst>
          </p:cNvPr>
          <p:cNvSpPr>
            <a:spLocks noGrp="1" noChangeArrowheads="1"/>
          </p:cNvSpPr>
          <p:nvPr>
            <p:ph type="dt" sz="half" idx="10"/>
          </p:nvPr>
        </p:nvSpPr>
        <p:spPr/>
        <p:txBody>
          <a:bodyPr/>
          <a:lstStyle>
            <a:lvl1pPr>
              <a:defRPr/>
            </a:lvl1pPr>
          </a:lstStyle>
          <a:p>
            <a:pPr>
              <a:defRPr/>
            </a:pPr>
            <a:endParaRPr lang="en-US" altLang="zh-CN"/>
          </a:p>
        </p:txBody>
      </p:sp>
      <p:sp>
        <p:nvSpPr>
          <p:cNvPr id="9" name="Rectangle 5">
            <a:extLst>
              <a:ext uri="{FF2B5EF4-FFF2-40B4-BE49-F238E27FC236}">
                <a16:creationId xmlns:a16="http://schemas.microsoft.com/office/drawing/2014/main" id="{B4AED1F4-940B-4B08-B468-06F7C3494726}"/>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a:extLst>
              <a:ext uri="{FF2B5EF4-FFF2-40B4-BE49-F238E27FC236}">
                <a16:creationId xmlns:a16="http://schemas.microsoft.com/office/drawing/2014/main" id="{F5B5FA2B-1BE0-4494-B34B-752637A0318B}"/>
              </a:ext>
            </a:extLst>
          </p:cNvPr>
          <p:cNvSpPr>
            <a:spLocks noGrp="1" noChangeArrowheads="1"/>
          </p:cNvSpPr>
          <p:nvPr>
            <p:ph type="sldNum" sz="quarter" idx="12"/>
          </p:nvPr>
        </p:nvSpPr>
        <p:spPr/>
        <p:txBody>
          <a:bodyPr/>
          <a:lstStyle>
            <a:lvl1pPr>
              <a:defRPr sz="658"/>
            </a:lvl1pPr>
          </a:lstStyle>
          <a:p>
            <a:fld id="{35532BDC-D3A3-4984-8B44-D991CE3AC51C}" type="slidenum">
              <a:rPr lang="en-US" altLang="zh-CN"/>
              <a:pPr/>
              <a:t>‹#›</a:t>
            </a:fld>
            <a:endParaRPr lang="en-US" altLang="zh-CN"/>
          </a:p>
        </p:txBody>
      </p:sp>
    </p:spTree>
    <p:extLst>
      <p:ext uri="{BB962C8B-B14F-4D97-AF65-F5344CB8AC3E}">
        <p14:creationId xmlns:p14="http://schemas.microsoft.com/office/powerpoint/2010/main" val="1054269337"/>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007507" y="2347416"/>
            <a:ext cx="11418411" cy="1619750"/>
          </a:xfrm>
        </p:spPr>
        <p:txBody>
          <a:bodyPr/>
          <a:lstStyle/>
          <a:p>
            <a:r>
              <a:rPr lang="zh-CN" altLang="en-US"/>
              <a:t>单击此处编辑母版标题样式</a:t>
            </a:r>
          </a:p>
        </p:txBody>
      </p:sp>
      <p:sp>
        <p:nvSpPr>
          <p:cNvPr id="3" name="副标题 2"/>
          <p:cNvSpPr>
            <a:spLocks noGrp="1"/>
          </p:cNvSpPr>
          <p:nvPr>
            <p:ph type="subTitle" idx="1"/>
          </p:nvPr>
        </p:nvSpPr>
        <p:spPr>
          <a:xfrm>
            <a:off x="2015014" y="4282016"/>
            <a:ext cx="9403398" cy="1931106"/>
          </a:xfrm>
        </p:spPr>
        <p:txBody>
          <a:bodyPr/>
          <a:lstStyle>
            <a:lvl1pPr marL="0" indent="0" algn="ctr">
              <a:buNone/>
              <a:defRPr/>
            </a:lvl1pPr>
            <a:lvl2pPr marL="300738" indent="0" algn="ctr">
              <a:buNone/>
              <a:defRPr/>
            </a:lvl2pPr>
            <a:lvl3pPr marL="601476" indent="0" algn="ctr">
              <a:buNone/>
              <a:defRPr/>
            </a:lvl3pPr>
            <a:lvl4pPr marL="902214" indent="0" algn="ctr">
              <a:buNone/>
              <a:defRPr/>
            </a:lvl4pPr>
            <a:lvl5pPr marL="1202952" indent="0" algn="ctr">
              <a:buNone/>
              <a:defRPr/>
            </a:lvl5pPr>
            <a:lvl6pPr marL="1503690" indent="0" algn="ctr">
              <a:buNone/>
              <a:defRPr/>
            </a:lvl6pPr>
            <a:lvl7pPr marL="1804429" indent="0" algn="ctr">
              <a:buNone/>
              <a:defRPr/>
            </a:lvl7pPr>
            <a:lvl8pPr marL="2105167" indent="0" algn="ctr">
              <a:buNone/>
              <a:defRPr/>
            </a:lvl8pPr>
            <a:lvl9pPr marL="2405905"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68FA851B-2E3A-4BF7-BC11-B46DF3C23103}"/>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4D287A70-268C-4066-B45F-A5CFE4330AF3}"/>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93E3784F-F9EE-42B0-8380-89B6E1F0B6FA}"/>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889998418"/>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a:extLst>
              <a:ext uri="{FF2B5EF4-FFF2-40B4-BE49-F238E27FC236}">
                <a16:creationId xmlns:a16="http://schemas.microsoft.com/office/drawing/2014/main" id="{8F0CD07A-B36A-40D8-B135-3776444B7F9D}"/>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901069A8-F5FA-495B-B709-DF67361B3A4E}"/>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9F33DC41-A311-4C69-9BEF-7751536A70E8}"/>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1438264025"/>
      </p:ext>
    </p:extLst>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71671" y="302615"/>
            <a:ext cx="12090083" cy="125941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71672" y="1691472"/>
            <a:ext cx="5935428" cy="704923"/>
          </a:xfrm>
        </p:spPr>
        <p:txBody>
          <a:bodyPr anchor="b"/>
          <a:lstStyle>
            <a:lvl1pPr marL="0" indent="0">
              <a:buNone/>
              <a:defRPr sz="1579" b="1"/>
            </a:lvl1pPr>
            <a:lvl2pPr marL="300738" indent="0">
              <a:buNone/>
              <a:defRPr sz="1316" b="1"/>
            </a:lvl2pPr>
            <a:lvl3pPr marL="601476" indent="0">
              <a:buNone/>
              <a:defRPr sz="1184" b="1"/>
            </a:lvl3pPr>
            <a:lvl4pPr marL="902214" indent="0">
              <a:buNone/>
              <a:defRPr sz="1053" b="1"/>
            </a:lvl4pPr>
            <a:lvl5pPr marL="1202952" indent="0">
              <a:buNone/>
              <a:defRPr sz="1053" b="1"/>
            </a:lvl5pPr>
            <a:lvl6pPr marL="1503690" indent="0">
              <a:buNone/>
              <a:defRPr sz="1053" b="1"/>
            </a:lvl6pPr>
            <a:lvl7pPr marL="1804429" indent="0">
              <a:buNone/>
              <a:defRPr sz="1053" b="1"/>
            </a:lvl7pPr>
            <a:lvl8pPr marL="2105167" indent="0">
              <a:buNone/>
              <a:defRPr sz="1053" b="1"/>
            </a:lvl8pPr>
            <a:lvl9pPr marL="2405905" indent="0">
              <a:buNone/>
              <a:defRPr sz="1053" b="1"/>
            </a:lvl9pPr>
          </a:lstStyle>
          <a:p>
            <a:pPr lvl="0"/>
            <a:r>
              <a:rPr lang="zh-CN" altLang="en-US"/>
              <a:t>单击此处编辑母版文本样式</a:t>
            </a:r>
          </a:p>
        </p:txBody>
      </p:sp>
      <p:sp>
        <p:nvSpPr>
          <p:cNvPr id="4" name="内容占位符 3"/>
          <p:cNvSpPr>
            <a:spLocks noGrp="1"/>
          </p:cNvSpPr>
          <p:nvPr>
            <p:ph sz="half" idx="2"/>
          </p:nvPr>
        </p:nvSpPr>
        <p:spPr>
          <a:xfrm>
            <a:off x="671672" y="2396390"/>
            <a:ext cx="5935428" cy="4353734"/>
          </a:xfrm>
        </p:spPr>
        <p:txBody>
          <a:bodyPr/>
          <a:lstStyle>
            <a:lvl1pPr>
              <a:defRPr sz="1579"/>
            </a:lvl1pPr>
            <a:lvl2pPr>
              <a:defRPr sz="1316"/>
            </a:lvl2pPr>
            <a:lvl3pPr>
              <a:defRPr sz="1184"/>
            </a:lvl3pPr>
            <a:lvl4pPr>
              <a:defRPr sz="1053"/>
            </a:lvl4pPr>
            <a:lvl5pPr>
              <a:defRPr sz="1053"/>
            </a:lvl5pPr>
            <a:lvl6pPr>
              <a:defRPr sz="1053"/>
            </a:lvl6pPr>
            <a:lvl7pPr>
              <a:defRPr sz="1053"/>
            </a:lvl7pPr>
            <a:lvl8pPr>
              <a:defRPr sz="1053"/>
            </a:lvl8pPr>
            <a:lvl9pPr>
              <a:defRPr sz="1053"/>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823998" y="1691472"/>
            <a:ext cx="5937760" cy="704923"/>
          </a:xfrm>
        </p:spPr>
        <p:txBody>
          <a:bodyPr anchor="b"/>
          <a:lstStyle>
            <a:lvl1pPr marL="0" indent="0">
              <a:buNone/>
              <a:defRPr sz="1579" b="1"/>
            </a:lvl1pPr>
            <a:lvl2pPr marL="300738" indent="0">
              <a:buNone/>
              <a:defRPr sz="1316" b="1"/>
            </a:lvl2pPr>
            <a:lvl3pPr marL="601476" indent="0">
              <a:buNone/>
              <a:defRPr sz="1184" b="1"/>
            </a:lvl3pPr>
            <a:lvl4pPr marL="902214" indent="0">
              <a:buNone/>
              <a:defRPr sz="1053" b="1"/>
            </a:lvl4pPr>
            <a:lvl5pPr marL="1202952" indent="0">
              <a:buNone/>
              <a:defRPr sz="1053" b="1"/>
            </a:lvl5pPr>
            <a:lvl6pPr marL="1503690" indent="0">
              <a:buNone/>
              <a:defRPr sz="1053" b="1"/>
            </a:lvl6pPr>
            <a:lvl7pPr marL="1804429" indent="0">
              <a:buNone/>
              <a:defRPr sz="1053" b="1"/>
            </a:lvl7pPr>
            <a:lvl8pPr marL="2105167" indent="0">
              <a:buNone/>
              <a:defRPr sz="1053" b="1"/>
            </a:lvl8pPr>
            <a:lvl9pPr marL="2405905" indent="0">
              <a:buNone/>
              <a:defRPr sz="1053" b="1"/>
            </a:lvl9pPr>
          </a:lstStyle>
          <a:p>
            <a:pPr lvl="0"/>
            <a:r>
              <a:rPr lang="zh-CN" altLang="en-US"/>
              <a:t>单击此处编辑母版文本样式</a:t>
            </a:r>
          </a:p>
        </p:txBody>
      </p:sp>
      <p:sp>
        <p:nvSpPr>
          <p:cNvPr id="6" name="内容占位符 5"/>
          <p:cNvSpPr>
            <a:spLocks noGrp="1"/>
          </p:cNvSpPr>
          <p:nvPr>
            <p:ph sz="quarter" idx="4"/>
          </p:nvPr>
        </p:nvSpPr>
        <p:spPr>
          <a:xfrm>
            <a:off x="6823998" y="2396390"/>
            <a:ext cx="5937760" cy="4353734"/>
          </a:xfrm>
        </p:spPr>
        <p:txBody>
          <a:bodyPr/>
          <a:lstStyle>
            <a:lvl1pPr>
              <a:defRPr sz="1579"/>
            </a:lvl1pPr>
            <a:lvl2pPr>
              <a:defRPr sz="1316"/>
            </a:lvl2pPr>
            <a:lvl3pPr>
              <a:defRPr sz="1184"/>
            </a:lvl3pPr>
            <a:lvl4pPr>
              <a:defRPr sz="1053"/>
            </a:lvl4pPr>
            <a:lvl5pPr>
              <a:defRPr sz="1053"/>
            </a:lvl5pPr>
            <a:lvl6pPr>
              <a:defRPr sz="1053"/>
            </a:lvl6pPr>
            <a:lvl7pPr>
              <a:defRPr sz="1053"/>
            </a:lvl7pPr>
            <a:lvl8pPr>
              <a:defRPr sz="1053"/>
            </a:lvl8pPr>
            <a:lvl9pPr>
              <a:defRPr sz="1053"/>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a:extLst>
              <a:ext uri="{FF2B5EF4-FFF2-40B4-BE49-F238E27FC236}">
                <a16:creationId xmlns:a16="http://schemas.microsoft.com/office/drawing/2014/main" id="{B8F703AF-B12D-4C48-9F61-14A60C92EC24}"/>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8" name="Rectangle 5">
            <a:extLst>
              <a:ext uri="{FF2B5EF4-FFF2-40B4-BE49-F238E27FC236}">
                <a16:creationId xmlns:a16="http://schemas.microsoft.com/office/drawing/2014/main" id="{5B8250F0-1109-48CD-B98B-56BC5D46D631}"/>
              </a:ext>
            </a:extLst>
          </p:cNvPr>
          <p:cNvSpPr>
            <a:spLocks noGrp="1" noChangeArrowheads="1"/>
          </p:cNvSpPr>
          <p:nvPr>
            <p:ph type="ftr" sz="quarter" idx="11"/>
          </p:nvPr>
        </p:nvSpPr>
        <p:spPr>
          <a:ln/>
        </p:spPr>
        <p:txBody>
          <a:bodyPr/>
          <a:lstStyle>
            <a:lvl1pPr>
              <a:defRPr/>
            </a:lvl1pPr>
          </a:lstStyle>
          <a:p>
            <a:endParaRPr lang="zh-CN" altLang="en-US"/>
          </a:p>
        </p:txBody>
      </p:sp>
      <p:sp>
        <p:nvSpPr>
          <p:cNvPr id="9" name="Rectangle 6">
            <a:extLst>
              <a:ext uri="{FF2B5EF4-FFF2-40B4-BE49-F238E27FC236}">
                <a16:creationId xmlns:a16="http://schemas.microsoft.com/office/drawing/2014/main" id="{CECE7368-FD21-4864-AD02-1533FC5B85A3}"/>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1344756562"/>
      </p:ext>
    </p:extLst>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C1ADC3D-9285-4EE7-8C01-78222497FE40}"/>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4" name="Rectangle 5">
            <a:extLst>
              <a:ext uri="{FF2B5EF4-FFF2-40B4-BE49-F238E27FC236}">
                <a16:creationId xmlns:a16="http://schemas.microsoft.com/office/drawing/2014/main" id="{ED142877-B895-46E4-80F4-259A8B60ACA5}"/>
              </a:ext>
            </a:extLst>
          </p:cNvPr>
          <p:cNvSpPr>
            <a:spLocks noGrp="1" noChangeArrowheads="1"/>
          </p:cNvSpPr>
          <p:nvPr>
            <p:ph type="ftr" sz="quarter" idx="11"/>
          </p:nvPr>
        </p:nvSpPr>
        <p:spPr>
          <a:ln/>
        </p:spPr>
        <p:txBody>
          <a:bodyPr/>
          <a:lstStyle>
            <a:lvl1pPr>
              <a:defRPr/>
            </a:lvl1pPr>
          </a:lstStyle>
          <a:p>
            <a:endParaRPr lang="zh-CN" altLang="en-US"/>
          </a:p>
        </p:txBody>
      </p:sp>
      <p:sp>
        <p:nvSpPr>
          <p:cNvPr id="5" name="Rectangle 6">
            <a:extLst>
              <a:ext uri="{FF2B5EF4-FFF2-40B4-BE49-F238E27FC236}">
                <a16:creationId xmlns:a16="http://schemas.microsoft.com/office/drawing/2014/main" id="{EFEAE06F-D81C-4E60-A3D4-FF4C28849A7D}"/>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1115774236"/>
      </p:ext>
    </p:extLst>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AC27BFF-7968-4443-B04B-E96EA440A3C3}"/>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3" name="Rectangle 5">
            <a:extLst>
              <a:ext uri="{FF2B5EF4-FFF2-40B4-BE49-F238E27FC236}">
                <a16:creationId xmlns:a16="http://schemas.microsoft.com/office/drawing/2014/main" id="{E1FFFAAA-EE78-41CB-AEDB-98EF59BBB1B9}"/>
              </a:ext>
            </a:extLst>
          </p:cNvPr>
          <p:cNvSpPr>
            <a:spLocks noGrp="1" noChangeArrowheads="1"/>
          </p:cNvSpPr>
          <p:nvPr>
            <p:ph type="ftr" sz="quarter" idx="11"/>
          </p:nvPr>
        </p:nvSpPr>
        <p:spPr>
          <a:ln/>
        </p:spPr>
        <p:txBody>
          <a:bodyPr/>
          <a:lstStyle>
            <a:lvl1pPr>
              <a:defRPr/>
            </a:lvl1pPr>
          </a:lstStyle>
          <a:p>
            <a:endParaRPr lang="zh-CN" altLang="en-US"/>
          </a:p>
        </p:txBody>
      </p:sp>
      <p:sp>
        <p:nvSpPr>
          <p:cNvPr id="4" name="Rectangle 6">
            <a:extLst>
              <a:ext uri="{FF2B5EF4-FFF2-40B4-BE49-F238E27FC236}">
                <a16:creationId xmlns:a16="http://schemas.microsoft.com/office/drawing/2014/main" id="{8895FDB6-0982-4654-B725-F6F887E0A674}"/>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1435667094"/>
      </p:ext>
    </p:extLst>
  </p:cSld>
  <p:clrMapOvr>
    <a:masterClrMapping/>
  </p:clrMapOvr>
  <p:transition spd="slow">
    <p:randomBar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2E9657-1163-485C-9E55-96EE0F5F55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E0A511D3-BFBF-4AE2-BEFC-9E85A781942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B7FFA71-EC4A-49A7-8B23-5E3F38D83666}"/>
              </a:ext>
            </a:extLst>
          </p:cNvPr>
          <p:cNvSpPr>
            <a:spLocks noGrp="1" noChangeArrowheads="1"/>
          </p:cNvSpPr>
          <p:nvPr>
            <p:ph type="sldNum" sz="quarter" idx="12"/>
          </p:nvPr>
        </p:nvSpPr>
        <p:spPr>
          <a:ln/>
        </p:spPr>
        <p:txBody>
          <a:bodyPr/>
          <a:lstStyle>
            <a:lvl1pPr>
              <a:defRPr/>
            </a:lvl1pPr>
          </a:lstStyle>
          <a:p>
            <a:fld id="{4D93BB3C-151D-4D23-A227-17F3787EB3CB}" type="slidenum">
              <a:rPr lang="en-US" altLang="zh-CN"/>
              <a:pPr/>
              <a:t>‹#›</a:t>
            </a:fld>
            <a:endParaRPr lang="en-US" altLang="zh-CN"/>
          </a:p>
        </p:txBody>
      </p:sp>
      <p:sp>
        <p:nvSpPr>
          <p:cNvPr id="5" name="矩形 4">
            <a:extLst>
              <a:ext uri="{FF2B5EF4-FFF2-40B4-BE49-F238E27FC236}">
                <a16:creationId xmlns:a16="http://schemas.microsoft.com/office/drawing/2014/main" id="{29DCDEA9-CB5B-4D92-BF55-8ABF76A507E6}"/>
              </a:ext>
            </a:extLst>
          </p:cNvPr>
          <p:cNvSpPr/>
          <p:nvPr userDrawn="1"/>
        </p:nvSpPr>
        <p:spPr>
          <a:xfrm>
            <a:off x="503754" y="1511305"/>
            <a:ext cx="12258001" cy="25188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579"/>
          </a:p>
        </p:txBody>
      </p:sp>
    </p:spTree>
    <p:extLst>
      <p:ext uri="{BB962C8B-B14F-4D97-AF65-F5344CB8AC3E}">
        <p14:creationId xmlns:p14="http://schemas.microsoft.com/office/powerpoint/2010/main" val="613241030"/>
      </p:ext>
    </p:extLst>
  </p:cSld>
  <p:clrMapOvr>
    <a:masterClrMapping/>
  </p:clrMapOvr>
  <p:transition spd="slow">
    <p:randomBar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71677" y="300866"/>
            <a:ext cx="4419504" cy="1280407"/>
          </a:xfrm>
        </p:spPr>
        <p:txBody>
          <a:bodyPr/>
          <a:lstStyle>
            <a:lvl1pPr algn="l">
              <a:defRPr sz="1316" b="1"/>
            </a:lvl1pPr>
          </a:lstStyle>
          <a:p>
            <a:r>
              <a:rPr lang="zh-CN" altLang="en-US"/>
              <a:t>单击此处编辑母版标题样式</a:t>
            </a:r>
          </a:p>
        </p:txBody>
      </p:sp>
      <p:sp>
        <p:nvSpPr>
          <p:cNvPr id="3" name="内容占位符 2"/>
          <p:cNvSpPr>
            <a:spLocks noGrp="1"/>
          </p:cNvSpPr>
          <p:nvPr>
            <p:ph idx="1"/>
          </p:nvPr>
        </p:nvSpPr>
        <p:spPr>
          <a:xfrm>
            <a:off x="5252096" y="300870"/>
            <a:ext cx="7509658" cy="6449263"/>
          </a:xfrm>
        </p:spPr>
        <p:txBody>
          <a:bodyPr/>
          <a:lstStyle>
            <a:lvl1pPr>
              <a:defRPr sz="2105"/>
            </a:lvl1pPr>
            <a:lvl2pPr>
              <a:defRPr sz="1842"/>
            </a:lvl2pPr>
            <a:lvl3pPr>
              <a:defRPr sz="1579"/>
            </a:lvl3pPr>
            <a:lvl4pPr>
              <a:defRPr sz="1316"/>
            </a:lvl4pPr>
            <a:lvl5pPr>
              <a:defRPr sz="1316"/>
            </a:lvl5pPr>
            <a:lvl6pPr>
              <a:defRPr sz="1316"/>
            </a:lvl6pPr>
            <a:lvl7pPr>
              <a:defRPr sz="1316"/>
            </a:lvl7pPr>
            <a:lvl8pPr>
              <a:defRPr sz="1316"/>
            </a:lvl8pPr>
            <a:lvl9pPr>
              <a:defRPr sz="1316"/>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71677" y="1581272"/>
            <a:ext cx="4419504" cy="5168856"/>
          </a:xfrm>
        </p:spPr>
        <p:txBody>
          <a:bodyPr/>
          <a:lstStyle>
            <a:lvl1pPr marL="0" indent="0">
              <a:buNone/>
              <a:defRPr sz="921"/>
            </a:lvl1pPr>
            <a:lvl2pPr marL="300738" indent="0">
              <a:buNone/>
              <a:defRPr sz="789"/>
            </a:lvl2pPr>
            <a:lvl3pPr marL="601476" indent="0">
              <a:buNone/>
              <a:defRPr sz="658"/>
            </a:lvl3pPr>
            <a:lvl4pPr marL="902214" indent="0">
              <a:buNone/>
              <a:defRPr sz="592"/>
            </a:lvl4pPr>
            <a:lvl5pPr marL="1202952" indent="0">
              <a:buNone/>
              <a:defRPr sz="592"/>
            </a:lvl5pPr>
            <a:lvl6pPr marL="1503690" indent="0">
              <a:buNone/>
              <a:defRPr sz="592"/>
            </a:lvl6pPr>
            <a:lvl7pPr marL="1804429" indent="0">
              <a:buNone/>
              <a:defRPr sz="592"/>
            </a:lvl7pPr>
            <a:lvl8pPr marL="2105167" indent="0">
              <a:buNone/>
              <a:defRPr sz="592"/>
            </a:lvl8pPr>
            <a:lvl9pPr marL="2405905" indent="0">
              <a:buNone/>
              <a:defRPr sz="592"/>
            </a:lvl9pPr>
          </a:lstStyle>
          <a:p>
            <a:pPr lvl="0"/>
            <a:r>
              <a:rPr lang="zh-CN" altLang="en-US"/>
              <a:t>单击此处编辑母版文本样式</a:t>
            </a:r>
          </a:p>
        </p:txBody>
      </p:sp>
      <p:sp>
        <p:nvSpPr>
          <p:cNvPr id="5" name="Rectangle 4">
            <a:extLst>
              <a:ext uri="{FF2B5EF4-FFF2-40B4-BE49-F238E27FC236}">
                <a16:creationId xmlns:a16="http://schemas.microsoft.com/office/drawing/2014/main" id="{B5E64613-DBEF-4ECE-BF4A-A7B2D07FF7CB}"/>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6" name="Rectangle 5">
            <a:extLst>
              <a:ext uri="{FF2B5EF4-FFF2-40B4-BE49-F238E27FC236}">
                <a16:creationId xmlns:a16="http://schemas.microsoft.com/office/drawing/2014/main" id="{6E0DE96A-D911-433F-AAD6-2C4BB19CCC95}"/>
              </a:ext>
            </a:extLst>
          </p:cNvPr>
          <p:cNvSpPr>
            <a:spLocks noGrp="1" noChangeArrowheads="1"/>
          </p:cNvSpPr>
          <p:nvPr>
            <p:ph type="ftr" sz="quarter" idx="11"/>
          </p:nvPr>
        </p:nvSpPr>
        <p:spPr>
          <a:ln/>
        </p:spPr>
        <p:txBody>
          <a:bodyPr/>
          <a:lstStyle>
            <a:lvl1pPr>
              <a:defRPr/>
            </a:lvl1pPr>
          </a:lstStyle>
          <a:p>
            <a:endParaRPr lang="zh-CN" altLang="en-US"/>
          </a:p>
        </p:txBody>
      </p:sp>
      <p:sp>
        <p:nvSpPr>
          <p:cNvPr id="7" name="Rectangle 6">
            <a:extLst>
              <a:ext uri="{FF2B5EF4-FFF2-40B4-BE49-F238E27FC236}">
                <a16:creationId xmlns:a16="http://schemas.microsoft.com/office/drawing/2014/main" id="{17FC61E7-9E9F-4DE8-92ED-2B562CD4267A}"/>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2790986945"/>
      </p:ext>
    </p:extLst>
  </p:cSld>
  <p:clrMapOvr>
    <a:masterClrMapping/>
  </p:clrMapOvr>
  <p:transition spd="slow">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a:extLst>
              <a:ext uri="{FF2B5EF4-FFF2-40B4-BE49-F238E27FC236}">
                <a16:creationId xmlns:a16="http://schemas.microsoft.com/office/drawing/2014/main" id="{5FD7EDE4-DCC4-46FC-AC78-2A7F3F219473}"/>
              </a:ext>
            </a:extLst>
          </p:cNvPr>
          <p:cNvSpPr>
            <a:spLocks noGrp="1" noChangeArrowheads="1"/>
          </p:cNvSpPr>
          <p:nvPr>
            <p:ph type="dt" sz="half" idx="10"/>
          </p:nvPr>
        </p:nvSpPr>
        <p:spPr>
          <a:ln/>
        </p:spPr>
        <p:txBody>
          <a:bodyPr/>
          <a:lstStyle>
            <a:lvl1pPr>
              <a:defRPr/>
            </a:lvl1pPr>
          </a:lstStyle>
          <a:p>
            <a:fld id="{1D8BD707-D9CF-40AE-B4C6-C98DA3205C09}" type="datetimeFigureOut">
              <a:rPr lang="en-US" smtClean="0"/>
              <a:t>5/30/2022</a:t>
            </a:fld>
            <a:endParaRPr lang="en-US"/>
          </a:p>
        </p:txBody>
      </p:sp>
      <p:sp>
        <p:nvSpPr>
          <p:cNvPr id="5" name="Rectangle 5">
            <a:extLst>
              <a:ext uri="{FF2B5EF4-FFF2-40B4-BE49-F238E27FC236}">
                <a16:creationId xmlns:a16="http://schemas.microsoft.com/office/drawing/2014/main" id="{CB367D75-109A-481B-9E72-12C2BDEBFAFF}"/>
              </a:ext>
            </a:extLst>
          </p:cNvPr>
          <p:cNvSpPr>
            <a:spLocks noGrp="1" noChangeArrowheads="1"/>
          </p:cNvSpPr>
          <p:nvPr>
            <p:ph type="ftr" sz="quarter" idx="11"/>
          </p:nvPr>
        </p:nvSpPr>
        <p:spPr>
          <a:ln/>
        </p:spPr>
        <p:txBody>
          <a:bodyPr/>
          <a:lstStyle>
            <a:lvl1pPr>
              <a:defRPr/>
            </a:lvl1pPr>
          </a:lstStyle>
          <a:p>
            <a:endParaRPr lang="zh-CN" altLang="en-US"/>
          </a:p>
        </p:txBody>
      </p:sp>
      <p:sp>
        <p:nvSpPr>
          <p:cNvPr id="6" name="Rectangle 6">
            <a:extLst>
              <a:ext uri="{FF2B5EF4-FFF2-40B4-BE49-F238E27FC236}">
                <a16:creationId xmlns:a16="http://schemas.microsoft.com/office/drawing/2014/main" id="{A4C23799-9022-49C5-B885-03BDC47B6E55}"/>
              </a:ext>
            </a:extLst>
          </p:cNvPr>
          <p:cNvSpPr>
            <a:spLocks noGrp="1" noChangeArrowheads="1"/>
          </p:cNvSpPr>
          <p:nvPr>
            <p:ph type="sldNum" sz="quarter" idx="12"/>
          </p:nvPr>
        </p:nvSpPr>
        <p:spPr>
          <a:ln/>
        </p:spPr>
        <p:txBody>
          <a:bodyPr/>
          <a:lstStyle>
            <a:lvl1pPr>
              <a:defRPr/>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Tree>
    <p:extLst>
      <p:ext uri="{BB962C8B-B14F-4D97-AF65-F5344CB8AC3E}">
        <p14:creationId xmlns:p14="http://schemas.microsoft.com/office/powerpoint/2010/main" val="1215866145"/>
      </p:ext>
    </p:extLst>
  </p:cSld>
  <p:clrMapOvr>
    <a:masterClrMapping/>
  </p:clrMapOvr>
  <p:transition spd="slow">
    <p:randomBar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lvl1pPr>
              <a:defRPr>
                <a:latin typeface="+mj-ea"/>
                <a:ea typeface="+mj-ea"/>
              </a:defRPr>
            </a:lvl1p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solidFill>
                  <a:prstClr val="black">
                    <a:tint val="75000"/>
                  </a:prstClr>
                </a:solidFill>
              </a:rPr>
              <a:pPr/>
              <a:t>5/30/2022</a:t>
            </a:fld>
            <a:endParaRPr lang="en-US">
              <a:solidFill>
                <a:prstClr val="black">
                  <a:tint val="75000"/>
                </a:prstClr>
              </a:solidFill>
            </a:endParaRPr>
          </a:p>
        </p:txBody>
      </p:sp>
      <p:sp>
        <p:nvSpPr>
          <p:cNvPr id="5" name="Footer 4"/>
          <p:cNvSpPr>
            <a:spLocks noGrp="1"/>
          </p:cNvSpPr>
          <p:nvPr>
            <p:ph type="ftr" sz="quarter" idx="11"/>
          </p:nvPr>
        </p:nvSpPr>
        <p:spPr/>
        <p:txBody>
          <a:bodyPr/>
          <a:lstStyle/>
          <a:p>
            <a:endParaRPr lang="en-US">
              <a:solidFill>
                <a:prstClr val="black">
                  <a:tint val="75000"/>
                </a:prstClr>
              </a:solidFill>
            </a:endParaRPr>
          </a:p>
        </p:txBody>
      </p:sp>
      <p:sp>
        <p:nvSpPr>
          <p:cNvPr id="6" name="Slide number 5"/>
          <p:cNvSpPr>
            <a:spLocks noGrp="1"/>
          </p:cNvSpPr>
          <p:nvPr>
            <p:ph type="sldNum" sz="quarter" idx="12"/>
          </p:nvPr>
        </p:nvSpPr>
        <p:spPr/>
        <p:txBody>
          <a:bodyPr/>
          <a:lstStyle/>
          <a:p>
            <a:fld id="{80F073CC-40D5-4B23-8DF0-9BD0A0C12F2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70083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FB1D8D2-FF0F-4822-BC6A-8BFE64C7095F}"/>
              </a:ext>
            </a:extLst>
          </p:cNvPr>
          <p:cNvSpPr>
            <a:spLocks noGrp="1" noChangeArrowheads="1"/>
          </p:cNvSpPr>
          <p:nvPr>
            <p:ph type="title"/>
          </p:nvPr>
        </p:nvSpPr>
        <p:spPr bwMode="auto">
          <a:xfrm>
            <a:off x="671671" y="306109"/>
            <a:ext cx="12090083" cy="1255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zh-CN"/>
              <a:t>单击此处编辑母版标题样式</a:t>
            </a:r>
          </a:p>
        </p:txBody>
      </p:sp>
      <p:sp>
        <p:nvSpPr>
          <p:cNvPr id="1027" name="Rectangle 3">
            <a:extLst>
              <a:ext uri="{FF2B5EF4-FFF2-40B4-BE49-F238E27FC236}">
                <a16:creationId xmlns:a16="http://schemas.microsoft.com/office/drawing/2014/main" id="{D08294E2-52D7-467B-B645-FF25AD45E108}"/>
              </a:ext>
            </a:extLst>
          </p:cNvPr>
          <p:cNvSpPr>
            <a:spLocks noGrp="1" noChangeArrowheads="1"/>
          </p:cNvSpPr>
          <p:nvPr>
            <p:ph type="body" idx="1"/>
          </p:nvPr>
        </p:nvSpPr>
        <p:spPr bwMode="auto">
          <a:xfrm>
            <a:off x="671671" y="1763184"/>
            <a:ext cx="12090083" cy="4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a:extLst>
              <a:ext uri="{FF2B5EF4-FFF2-40B4-BE49-F238E27FC236}">
                <a16:creationId xmlns:a16="http://schemas.microsoft.com/office/drawing/2014/main" id="{F7843374-A358-4155-B36C-55EF3F0B9BB3}"/>
              </a:ext>
            </a:extLst>
          </p:cNvPr>
          <p:cNvSpPr>
            <a:spLocks noGrp="1" noChangeArrowheads="1"/>
          </p:cNvSpPr>
          <p:nvPr>
            <p:ph type="dt" sz="half" idx="2"/>
          </p:nvPr>
        </p:nvSpPr>
        <p:spPr bwMode="auto">
          <a:xfrm>
            <a:off x="671671" y="6884811"/>
            <a:ext cx="3134466" cy="503767"/>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102"/>
            </a:lvl1pPr>
          </a:lstStyle>
          <a:p>
            <a:fld id="{1D8BD707-D9CF-40AE-B4C6-C98DA3205C09}" type="datetimeFigureOut">
              <a:rPr lang="en-US" smtClean="0"/>
              <a:t>5/30/2022</a:t>
            </a:fld>
            <a:endParaRPr lang="en-US"/>
          </a:p>
        </p:txBody>
      </p:sp>
      <p:sp>
        <p:nvSpPr>
          <p:cNvPr id="1029" name="Rectangle 5">
            <a:extLst>
              <a:ext uri="{FF2B5EF4-FFF2-40B4-BE49-F238E27FC236}">
                <a16:creationId xmlns:a16="http://schemas.microsoft.com/office/drawing/2014/main" id="{39D32130-ADD4-4AC3-96E4-3A68E5DB76DB}"/>
              </a:ext>
            </a:extLst>
          </p:cNvPr>
          <p:cNvSpPr>
            <a:spLocks noGrp="1" noChangeArrowheads="1"/>
          </p:cNvSpPr>
          <p:nvPr>
            <p:ph type="ftr" sz="quarter" idx="3"/>
          </p:nvPr>
        </p:nvSpPr>
        <p:spPr bwMode="auto">
          <a:xfrm>
            <a:off x="4589754" y="6884811"/>
            <a:ext cx="4253918" cy="503767"/>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1102"/>
            </a:lvl1pPr>
          </a:lstStyle>
          <a:p>
            <a:endParaRPr lang="zh-CN" altLang="en-US"/>
          </a:p>
        </p:txBody>
      </p:sp>
      <p:sp>
        <p:nvSpPr>
          <p:cNvPr id="1030" name="Rectangle 6">
            <a:extLst>
              <a:ext uri="{FF2B5EF4-FFF2-40B4-BE49-F238E27FC236}">
                <a16:creationId xmlns:a16="http://schemas.microsoft.com/office/drawing/2014/main" id="{CFDFBD28-B179-47A3-B854-43CC4D4C8512}"/>
              </a:ext>
            </a:extLst>
          </p:cNvPr>
          <p:cNvSpPr>
            <a:spLocks noGrp="1" noChangeArrowheads="1"/>
          </p:cNvSpPr>
          <p:nvPr>
            <p:ph type="sldNum" sz="quarter" idx="4"/>
          </p:nvPr>
        </p:nvSpPr>
        <p:spPr bwMode="auto">
          <a:xfrm>
            <a:off x="9627288" y="6884811"/>
            <a:ext cx="3134466" cy="503767"/>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543" smtClean="0"/>
            </a:lvl1pPr>
          </a:lstStyle>
          <a:p>
            <a:fld id="{B6F15528-21DE-4FAA-801E-634DDDAF4B2B}" type="slidenum">
              <a:rPr lang="en-US" altLang="zh-CN" smtClean="0"/>
              <a:t>‹#›</a:t>
            </a:fld>
            <a:endParaRPr lang="zh-CN" altLang="en-US"/>
          </a:p>
        </p:txBody>
      </p:sp>
      <p:sp>
        <p:nvSpPr>
          <p:cNvPr id="1031" name="Rectangle 7">
            <a:extLst>
              <a:ext uri="{FF2B5EF4-FFF2-40B4-BE49-F238E27FC236}">
                <a16:creationId xmlns:a16="http://schemas.microsoft.com/office/drawing/2014/main" id="{3E719BBD-2C72-4CCB-B88D-4A4FE14D9347}"/>
              </a:ext>
            </a:extLst>
          </p:cNvPr>
          <p:cNvSpPr>
            <a:spLocks noChangeArrowheads="1"/>
          </p:cNvSpPr>
          <p:nvPr/>
        </p:nvSpPr>
        <p:spPr bwMode="auto">
          <a:xfrm>
            <a:off x="0" y="0"/>
            <a:ext cx="335836" cy="2518833"/>
          </a:xfrm>
          <a:prstGeom prst="rect">
            <a:avLst/>
          </a:prstGeom>
          <a:solidFill>
            <a:schemeClr val="bg2"/>
          </a:solidFill>
          <a:ln>
            <a:noFill/>
          </a:ln>
          <a:effectLst/>
        </p:spPr>
        <p:txBody>
          <a:bodyPr wrap="none" anchor="ctr"/>
          <a:lstStyle>
            <a:lvl1pPr eaLnBrk="0" hangingPunct="0">
              <a:defRPr sz="2800">
                <a:solidFill>
                  <a:schemeClr val="tx1"/>
                </a:solidFill>
                <a:latin typeface="Verdana" pitchFamily="34" charset="0"/>
                <a:ea typeface="宋体" pitchFamily="2" charset="-122"/>
              </a:defRPr>
            </a:lvl1pPr>
            <a:lvl2pPr marL="742950" indent="-285750" eaLnBrk="0" hangingPunct="0">
              <a:defRPr sz="2800">
                <a:solidFill>
                  <a:schemeClr val="tx1"/>
                </a:solidFill>
                <a:latin typeface="Verdana" pitchFamily="34" charset="0"/>
                <a:ea typeface="宋体" pitchFamily="2" charset="-122"/>
              </a:defRPr>
            </a:lvl2pPr>
            <a:lvl3pPr marL="1143000" indent="-228600" eaLnBrk="0" hangingPunct="0">
              <a:defRPr sz="2800">
                <a:solidFill>
                  <a:schemeClr val="tx1"/>
                </a:solidFill>
                <a:latin typeface="Verdana" pitchFamily="34" charset="0"/>
                <a:ea typeface="宋体" pitchFamily="2" charset="-122"/>
              </a:defRPr>
            </a:lvl3pPr>
            <a:lvl4pPr marL="1600200" indent="-228600" eaLnBrk="0" hangingPunct="0">
              <a:defRPr sz="2800">
                <a:solidFill>
                  <a:schemeClr val="tx1"/>
                </a:solidFill>
                <a:latin typeface="Verdana" pitchFamily="34" charset="0"/>
                <a:ea typeface="宋体" pitchFamily="2" charset="-122"/>
              </a:defRPr>
            </a:lvl4pPr>
            <a:lvl5pPr marL="2057400" indent="-228600" eaLnBrk="0" hangingPunct="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eaLnBrk="1" hangingPunct="1">
              <a:buFont typeface="Arial" panose="020B0604020202020204" pitchFamily="34" charset="0"/>
              <a:buNone/>
              <a:defRPr/>
            </a:pPr>
            <a:endParaRPr lang="zh-CN" altLang="en-US" sz="2644">
              <a:latin typeface="Times New Roman" pitchFamily="18" charset="0"/>
            </a:endParaRPr>
          </a:p>
        </p:txBody>
      </p:sp>
      <p:sp>
        <p:nvSpPr>
          <p:cNvPr id="1032" name="Line 8">
            <a:extLst>
              <a:ext uri="{FF2B5EF4-FFF2-40B4-BE49-F238E27FC236}">
                <a16:creationId xmlns:a16="http://schemas.microsoft.com/office/drawing/2014/main" id="{B22C8418-6746-4497-891C-6C3AEE1BFAD2}"/>
              </a:ext>
            </a:extLst>
          </p:cNvPr>
          <p:cNvSpPr>
            <a:spLocks noChangeShapeType="1"/>
          </p:cNvSpPr>
          <p:nvPr/>
        </p:nvSpPr>
        <p:spPr bwMode="auto">
          <a:xfrm>
            <a:off x="671671" y="1595261"/>
            <a:ext cx="11866192"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983"/>
          </a:p>
        </p:txBody>
      </p:sp>
      <p:sp>
        <p:nvSpPr>
          <p:cNvPr id="1033" name="Rectangle 9">
            <a:extLst>
              <a:ext uri="{FF2B5EF4-FFF2-40B4-BE49-F238E27FC236}">
                <a16:creationId xmlns:a16="http://schemas.microsoft.com/office/drawing/2014/main" id="{61AC0413-0600-4E78-A6D1-85F1CF176805}"/>
              </a:ext>
            </a:extLst>
          </p:cNvPr>
          <p:cNvSpPr>
            <a:spLocks noChangeArrowheads="1"/>
          </p:cNvSpPr>
          <p:nvPr/>
        </p:nvSpPr>
        <p:spPr bwMode="auto">
          <a:xfrm>
            <a:off x="0" y="2518834"/>
            <a:ext cx="335836" cy="2518833"/>
          </a:xfrm>
          <a:prstGeom prst="rect">
            <a:avLst/>
          </a:prstGeom>
          <a:solidFill>
            <a:schemeClr val="accent2"/>
          </a:solidFill>
          <a:ln>
            <a:noFill/>
          </a:ln>
          <a:effectLst/>
        </p:spPr>
        <p:txBody>
          <a:bodyPr wrap="none" anchor="ctr"/>
          <a:lstStyle>
            <a:lvl1pPr eaLnBrk="0" hangingPunct="0">
              <a:defRPr sz="2800">
                <a:solidFill>
                  <a:schemeClr val="tx1"/>
                </a:solidFill>
                <a:latin typeface="Verdana" pitchFamily="34" charset="0"/>
                <a:ea typeface="宋体" pitchFamily="2" charset="-122"/>
              </a:defRPr>
            </a:lvl1pPr>
            <a:lvl2pPr marL="742950" indent="-285750" eaLnBrk="0" hangingPunct="0">
              <a:defRPr sz="2800">
                <a:solidFill>
                  <a:schemeClr val="tx1"/>
                </a:solidFill>
                <a:latin typeface="Verdana" pitchFamily="34" charset="0"/>
                <a:ea typeface="宋体" pitchFamily="2" charset="-122"/>
              </a:defRPr>
            </a:lvl2pPr>
            <a:lvl3pPr marL="1143000" indent="-228600" eaLnBrk="0" hangingPunct="0">
              <a:defRPr sz="2800">
                <a:solidFill>
                  <a:schemeClr val="tx1"/>
                </a:solidFill>
                <a:latin typeface="Verdana" pitchFamily="34" charset="0"/>
                <a:ea typeface="宋体" pitchFamily="2" charset="-122"/>
              </a:defRPr>
            </a:lvl3pPr>
            <a:lvl4pPr marL="1600200" indent="-228600" eaLnBrk="0" hangingPunct="0">
              <a:defRPr sz="2800">
                <a:solidFill>
                  <a:schemeClr val="tx1"/>
                </a:solidFill>
                <a:latin typeface="Verdana" pitchFamily="34" charset="0"/>
                <a:ea typeface="宋体" pitchFamily="2" charset="-122"/>
              </a:defRPr>
            </a:lvl4pPr>
            <a:lvl5pPr marL="2057400" indent="-228600" eaLnBrk="0" hangingPunct="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eaLnBrk="1" hangingPunct="1">
              <a:buFont typeface="Arial" panose="020B0604020202020204" pitchFamily="34" charset="0"/>
              <a:buNone/>
              <a:defRPr/>
            </a:pPr>
            <a:endParaRPr lang="zh-CN" altLang="en-US" sz="2644">
              <a:latin typeface="Times New Roman" pitchFamily="18" charset="0"/>
            </a:endParaRPr>
          </a:p>
        </p:txBody>
      </p:sp>
      <p:sp>
        <p:nvSpPr>
          <p:cNvPr id="1034" name="Rectangle 10">
            <a:extLst>
              <a:ext uri="{FF2B5EF4-FFF2-40B4-BE49-F238E27FC236}">
                <a16:creationId xmlns:a16="http://schemas.microsoft.com/office/drawing/2014/main" id="{CB02A316-421D-4BBB-A8CC-26CFAF067933}"/>
              </a:ext>
            </a:extLst>
          </p:cNvPr>
          <p:cNvSpPr>
            <a:spLocks noChangeArrowheads="1"/>
          </p:cNvSpPr>
          <p:nvPr/>
        </p:nvSpPr>
        <p:spPr bwMode="auto">
          <a:xfrm>
            <a:off x="0" y="5037667"/>
            <a:ext cx="335836" cy="2518833"/>
          </a:xfrm>
          <a:prstGeom prst="rect">
            <a:avLst/>
          </a:prstGeom>
          <a:solidFill>
            <a:schemeClr val="tx2"/>
          </a:solidFill>
          <a:ln>
            <a:noFill/>
          </a:ln>
          <a:effectLst/>
        </p:spPr>
        <p:txBody>
          <a:bodyPr wrap="none" anchor="ctr"/>
          <a:lstStyle>
            <a:lvl1pPr eaLnBrk="0" hangingPunct="0">
              <a:defRPr sz="2800">
                <a:solidFill>
                  <a:schemeClr val="tx1"/>
                </a:solidFill>
                <a:latin typeface="Verdana" pitchFamily="34" charset="0"/>
                <a:ea typeface="宋体" pitchFamily="2" charset="-122"/>
              </a:defRPr>
            </a:lvl1pPr>
            <a:lvl2pPr marL="742950" indent="-285750" eaLnBrk="0" hangingPunct="0">
              <a:defRPr sz="2800">
                <a:solidFill>
                  <a:schemeClr val="tx1"/>
                </a:solidFill>
                <a:latin typeface="Verdana" pitchFamily="34" charset="0"/>
                <a:ea typeface="宋体" pitchFamily="2" charset="-122"/>
              </a:defRPr>
            </a:lvl2pPr>
            <a:lvl3pPr marL="1143000" indent="-228600" eaLnBrk="0" hangingPunct="0">
              <a:defRPr sz="2800">
                <a:solidFill>
                  <a:schemeClr val="tx1"/>
                </a:solidFill>
                <a:latin typeface="Verdana" pitchFamily="34" charset="0"/>
                <a:ea typeface="宋体" pitchFamily="2" charset="-122"/>
              </a:defRPr>
            </a:lvl3pPr>
            <a:lvl4pPr marL="1600200" indent="-228600" eaLnBrk="0" hangingPunct="0">
              <a:defRPr sz="2800">
                <a:solidFill>
                  <a:schemeClr val="tx1"/>
                </a:solidFill>
                <a:latin typeface="Verdana" pitchFamily="34" charset="0"/>
                <a:ea typeface="宋体" pitchFamily="2" charset="-122"/>
              </a:defRPr>
            </a:lvl4pPr>
            <a:lvl5pPr marL="2057400" indent="-228600" eaLnBrk="0" hangingPunct="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eaLnBrk="1" hangingPunct="1">
              <a:buFont typeface="Arial" panose="020B0604020202020204" pitchFamily="34" charset="0"/>
              <a:buNone/>
              <a:defRPr/>
            </a:pPr>
            <a:endParaRPr lang="zh-CN" altLang="en-US" sz="2644">
              <a:latin typeface="Times New Roman" pitchFamily="18" charset="0"/>
            </a:endParaRPr>
          </a:p>
        </p:txBody>
      </p:sp>
    </p:spTree>
    <p:extLst>
      <p:ext uri="{BB962C8B-B14F-4D97-AF65-F5344CB8AC3E}">
        <p14:creationId xmlns:p14="http://schemas.microsoft.com/office/powerpoint/2010/main" val="324234480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ransition spd="slow">
    <p:randomBar dir="vert"/>
  </p:transition>
  <p:txStyles>
    <p:titleStyle>
      <a:lvl1pPr algn="l" rtl="0" eaLnBrk="1" fontAlgn="base" hangingPunct="1">
        <a:spcBef>
          <a:spcPct val="0"/>
        </a:spcBef>
        <a:spcAft>
          <a:spcPct val="0"/>
        </a:spcAft>
        <a:defRPr sz="5950" b="1">
          <a:solidFill>
            <a:schemeClr val="bg2"/>
          </a:solidFill>
          <a:latin typeface="+mj-lt"/>
          <a:ea typeface="+mj-ea"/>
          <a:cs typeface="+mj-cs"/>
        </a:defRPr>
      </a:lvl1pPr>
      <a:lvl2pPr algn="l" rtl="0" eaLnBrk="1" fontAlgn="base" hangingPunct="1">
        <a:spcBef>
          <a:spcPct val="0"/>
        </a:spcBef>
        <a:spcAft>
          <a:spcPct val="0"/>
        </a:spcAft>
        <a:defRPr sz="5950" b="1">
          <a:solidFill>
            <a:schemeClr val="bg2"/>
          </a:solidFill>
          <a:latin typeface="Garamond" pitchFamily="18" charset="0"/>
          <a:ea typeface="隶书" pitchFamily="49" charset="-122"/>
        </a:defRPr>
      </a:lvl2pPr>
      <a:lvl3pPr algn="l" rtl="0" eaLnBrk="1" fontAlgn="base" hangingPunct="1">
        <a:spcBef>
          <a:spcPct val="0"/>
        </a:spcBef>
        <a:spcAft>
          <a:spcPct val="0"/>
        </a:spcAft>
        <a:defRPr sz="5950" b="1">
          <a:solidFill>
            <a:schemeClr val="bg2"/>
          </a:solidFill>
          <a:latin typeface="Garamond" pitchFamily="18" charset="0"/>
          <a:ea typeface="隶书" pitchFamily="49" charset="-122"/>
        </a:defRPr>
      </a:lvl3pPr>
      <a:lvl4pPr algn="l" rtl="0" eaLnBrk="1" fontAlgn="base" hangingPunct="1">
        <a:spcBef>
          <a:spcPct val="0"/>
        </a:spcBef>
        <a:spcAft>
          <a:spcPct val="0"/>
        </a:spcAft>
        <a:defRPr sz="5950" b="1">
          <a:solidFill>
            <a:schemeClr val="bg2"/>
          </a:solidFill>
          <a:latin typeface="Garamond" pitchFamily="18" charset="0"/>
          <a:ea typeface="隶书" pitchFamily="49" charset="-122"/>
        </a:defRPr>
      </a:lvl4pPr>
      <a:lvl5pPr algn="l" rtl="0" eaLnBrk="1" fontAlgn="base" hangingPunct="1">
        <a:spcBef>
          <a:spcPct val="0"/>
        </a:spcBef>
        <a:spcAft>
          <a:spcPct val="0"/>
        </a:spcAft>
        <a:defRPr sz="5950" b="1">
          <a:solidFill>
            <a:schemeClr val="bg2"/>
          </a:solidFill>
          <a:latin typeface="Garamond" pitchFamily="18" charset="0"/>
          <a:ea typeface="隶书" pitchFamily="49" charset="-122"/>
        </a:defRPr>
      </a:lvl5pPr>
      <a:lvl6pPr marL="503743" algn="l" rtl="0" eaLnBrk="1" fontAlgn="base" hangingPunct="1">
        <a:spcBef>
          <a:spcPct val="0"/>
        </a:spcBef>
        <a:spcAft>
          <a:spcPct val="0"/>
        </a:spcAft>
        <a:defRPr sz="5950" b="1">
          <a:solidFill>
            <a:schemeClr val="bg2"/>
          </a:solidFill>
          <a:latin typeface="Garamond" pitchFamily="18" charset="0"/>
          <a:ea typeface="隶书" pitchFamily="49" charset="-122"/>
        </a:defRPr>
      </a:lvl6pPr>
      <a:lvl7pPr marL="1007486" algn="l" rtl="0" eaLnBrk="1" fontAlgn="base" hangingPunct="1">
        <a:spcBef>
          <a:spcPct val="0"/>
        </a:spcBef>
        <a:spcAft>
          <a:spcPct val="0"/>
        </a:spcAft>
        <a:defRPr sz="5950" b="1">
          <a:solidFill>
            <a:schemeClr val="bg2"/>
          </a:solidFill>
          <a:latin typeface="Garamond" pitchFamily="18" charset="0"/>
          <a:ea typeface="隶书" pitchFamily="49" charset="-122"/>
        </a:defRPr>
      </a:lvl7pPr>
      <a:lvl8pPr marL="1511229" algn="l" rtl="0" eaLnBrk="1" fontAlgn="base" hangingPunct="1">
        <a:spcBef>
          <a:spcPct val="0"/>
        </a:spcBef>
        <a:spcAft>
          <a:spcPct val="0"/>
        </a:spcAft>
        <a:defRPr sz="5950" b="1">
          <a:solidFill>
            <a:schemeClr val="bg2"/>
          </a:solidFill>
          <a:latin typeface="Garamond" pitchFamily="18" charset="0"/>
          <a:ea typeface="隶书" pitchFamily="49" charset="-122"/>
        </a:defRPr>
      </a:lvl8pPr>
      <a:lvl9pPr marL="2014972" algn="l" rtl="0" eaLnBrk="1" fontAlgn="base" hangingPunct="1">
        <a:spcBef>
          <a:spcPct val="0"/>
        </a:spcBef>
        <a:spcAft>
          <a:spcPct val="0"/>
        </a:spcAft>
        <a:defRPr sz="5950" b="1">
          <a:solidFill>
            <a:schemeClr val="bg2"/>
          </a:solidFill>
          <a:latin typeface="Garamond" pitchFamily="18" charset="0"/>
          <a:ea typeface="隶书" pitchFamily="49" charset="-122"/>
        </a:defRPr>
      </a:lvl9pPr>
    </p:titleStyle>
    <p:bodyStyle>
      <a:lvl1pPr marL="377807" indent="-377807" algn="l" rtl="0" eaLnBrk="1" fontAlgn="base" hangingPunct="1">
        <a:spcBef>
          <a:spcPct val="50000"/>
        </a:spcBef>
        <a:spcAft>
          <a:spcPct val="0"/>
        </a:spcAft>
        <a:buClr>
          <a:schemeClr val="bg2"/>
        </a:buClr>
        <a:buSzPct val="75000"/>
        <a:buFont typeface="Wingdings" panose="05000000000000000000" pitchFamily="2" charset="2"/>
        <a:buChar char="p"/>
        <a:defRPr sz="3085" b="1">
          <a:solidFill>
            <a:schemeClr val="tx1"/>
          </a:solidFill>
          <a:latin typeface="+mn-lt"/>
          <a:ea typeface="+mn-ea"/>
          <a:cs typeface="+mn-cs"/>
        </a:defRPr>
      </a:lvl1pPr>
      <a:lvl2pPr marL="818582" indent="-314839" algn="l" rtl="0" eaLnBrk="1" fontAlgn="base" hangingPunct="1">
        <a:spcBef>
          <a:spcPct val="50000"/>
        </a:spcBef>
        <a:spcAft>
          <a:spcPct val="0"/>
        </a:spcAft>
        <a:buClr>
          <a:schemeClr val="tx2"/>
        </a:buClr>
        <a:buSzPct val="75000"/>
        <a:buFont typeface="Wingdings" panose="05000000000000000000" pitchFamily="2" charset="2"/>
        <a:buChar char="n"/>
        <a:defRPr sz="2644" b="1">
          <a:solidFill>
            <a:schemeClr val="tx1"/>
          </a:solidFill>
          <a:latin typeface="+mn-lt"/>
          <a:ea typeface="+mn-ea"/>
        </a:defRPr>
      </a:lvl2pPr>
      <a:lvl3pPr marL="1259357" indent="-251871" algn="l" rtl="0" eaLnBrk="1" fontAlgn="base" hangingPunct="1">
        <a:spcBef>
          <a:spcPct val="50000"/>
        </a:spcBef>
        <a:spcAft>
          <a:spcPct val="0"/>
        </a:spcAft>
        <a:buClr>
          <a:schemeClr val="accent1"/>
        </a:buClr>
        <a:buSzPct val="65000"/>
        <a:buFont typeface="Wingdings" panose="05000000000000000000" pitchFamily="2" charset="2"/>
        <a:buChar char="p"/>
        <a:defRPr sz="2204" b="1">
          <a:solidFill>
            <a:schemeClr val="tx1"/>
          </a:solidFill>
          <a:latin typeface="+mn-lt"/>
          <a:ea typeface="+mn-ea"/>
        </a:defRPr>
      </a:lvl3pPr>
      <a:lvl4pPr marL="1763100" indent="-251871" algn="l" rtl="0" eaLnBrk="1" fontAlgn="base" hangingPunct="1">
        <a:spcBef>
          <a:spcPct val="50000"/>
        </a:spcBef>
        <a:spcAft>
          <a:spcPct val="0"/>
        </a:spcAft>
        <a:buClr>
          <a:schemeClr val="bg2"/>
        </a:buClr>
        <a:buFont typeface="Wingdings" panose="05000000000000000000" pitchFamily="2" charset="2"/>
        <a:buChar char="§"/>
        <a:defRPr b="1">
          <a:solidFill>
            <a:schemeClr val="tx1"/>
          </a:solidFill>
          <a:latin typeface="+mn-lt"/>
          <a:ea typeface="+mn-ea"/>
        </a:defRPr>
      </a:lvl4pPr>
      <a:lvl5pPr marL="2266843" indent="-251871" algn="l" rtl="0" eaLnBrk="1" fontAlgn="base" hangingPunct="1">
        <a:spcBef>
          <a:spcPct val="50000"/>
        </a:spcBef>
        <a:spcAft>
          <a:spcPct val="0"/>
        </a:spcAft>
        <a:buClr>
          <a:schemeClr val="tx2"/>
        </a:buClr>
        <a:buSzPct val="80000"/>
        <a:buFont typeface="Wingdings" panose="05000000000000000000" pitchFamily="2" charset="2"/>
        <a:buChar char="§"/>
        <a:defRPr b="1">
          <a:solidFill>
            <a:schemeClr val="tx1"/>
          </a:solidFill>
          <a:latin typeface="+mn-lt"/>
          <a:ea typeface="+mn-ea"/>
        </a:defRPr>
      </a:lvl5pPr>
      <a:lvl6pPr marL="2770586" indent="-251871"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6pPr>
      <a:lvl7pPr marL="3274329" indent="-251871"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7pPr>
      <a:lvl8pPr marL="3778072" indent="-251871"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8pPr>
      <a:lvl9pPr marL="4281815" indent="-251871"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9pPr>
    </p:bodyStyle>
    <p:otherStyle>
      <a:defPPr>
        <a:defRPr lang="zh-CN"/>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FB1D8D2-FF0F-4822-BC6A-8BFE64C7095F}"/>
              </a:ext>
            </a:extLst>
          </p:cNvPr>
          <p:cNvSpPr>
            <a:spLocks noGrp="1" noChangeArrowheads="1"/>
          </p:cNvSpPr>
          <p:nvPr>
            <p:ph type="title"/>
          </p:nvPr>
        </p:nvSpPr>
        <p:spPr bwMode="auto">
          <a:xfrm>
            <a:off x="671671" y="306112"/>
            <a:ext cx="12090083" cy="1255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zh-CN"/>
              <a:t>单击此处编辑母版标题样式</a:t>
            </a:r>
          </a:p>
        </p:txBody>
      </p:sp>
      <p:sp>
        <p:nvSpPr>
          <p:cNvPr id="1027" name="Rectangle 3">
            <a:extLst>
              <a:ext uri="{FF2B5EF4-FFF2-40B4-BE49-F238E27FC236}">
                <a16:creationId xmlns:a16="http://schemas.microsoft.com/office/drawing/2014/main" id="{D08294E2-52D7-467B-B645-FF25AD45E108}"/>
              </a:ext>
            </a:extLst>
          </p:cNvPr>
          <p:cNvSpPr>
            <a:spLocks noGrp="1" noChangeArrowheads="1"/>
          </p:cNvSpPr>
          <p:nvPr>
            <p:ph type="body" idx="1"/>
          </p:nvPr>
        </p:nvSpPr>
        <p:spPr bwMode="auto">
          <a:xfrm>
            <a:off x="671671" y="1763186"/>
            <a:ext cx="12090083" cy="4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a:extLst>
              <a:ext uri="{FF2B5EF4-FFF2-40B4-BE49-F238E27FC236}">
                <a16:creationId xmlns:a16="http://schemas.microsoft.com/office/drawing/2014/main" id="{F7843374-A358-4155-B36C-55EF3F0B9BB3}"/>
              </a:ext>
            </a:extLst>
          </p:cNvPr>
          <p:cNvSpPr>
            <a:spLocks noGrp="1" noChangeArrowheads="1"/>
          </p:cNvSpPr>
          <p:nvPr>
            <p:ph type="dt" sz="half" idx="2"/>
          </p:nvPr>
        </p:nvSpPr>
        <p:spPr bwMode="auto">
          <a:xfrm>
            <a:off x="671672" y="6884816"/>
            <a:ext cx="3134466" cy="503767"/>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658"/>
            </a:lvl1pPr>
          </a:lstStyle>
          <a:p>
            <a:fld id="{1D8BD707-D9CF-40AE-B4C6-C98DA3205C09}" type="datetimeFigureOut">
              <a:rPr lang="en-US" smtClean="0"/>
              <a:t>5/30/2022</a:t>
            </a:fld>
            <a:endParaRPr lang="en-US"/>
          </a:p>
        </p:txBody>
      </p:sp>
      <p:sp>
        <p:nvSpPr>
          <p:cNvPr id="1029" name="Rectangle 5">
            <a:extLst>
              <a:ext uri="{FF2B5EF4-FFF2-40B4-BE49-F238E27FC236}">
                <a16:creationId xmlns:a16="http://schemas.microsoft.com/office/drawing/2014/main" id="{39D32130-ADD4-4AC3-96E4-3A68E5DB76DB}"/>
              </a:ext>
            </a:extLst>
          </p:cNvPr>
          <p:cNvSpPr>
            <a:spLocks noGrp="1" noChangeArrowheads="1"/>
          </p:cNvSpPr>
          <p:nvPr>
            <p:ph type="ftr" sz="quarter" idx="3"/>
          </p:nvPr>
        </p:nvSpPr>
        <p:spPr bwMode="auto">
          <a:xfrm>
            <a:off x="4589758" y="6884816"/>
            <a:ext cx="4253917" cy="503767"/>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658"/>
            </a:lvl1pPr>
          </a:lstStyle>
          <a:p>
            <a:endParaRPr lang="zh-CN" altLang="en-US"/>
          </a:p>
        </p:txBody>
      </p:sp>
      <p:sp>
        <p:nvSpPr>
          <p:cNvPr id="1030" name="Rectangle 6">
            <a:extLst>
              <a:ext uri="{FF2B5EF4-FFF2-40B4-BE49-F238E27FC236}">
                <a16:creationId xmlns:a16="http://schemas.microsoft.com/office/drawing/2014/main" id="{CFDFBD28-B179-47A3-B854-43CC4D4C8512}"/>
              </a:ext>
            </a:extLst>
          </p:cNvPr>
          <p:cNvSpPr>
            <a:spLocks noGrp="1" noChangeArrowheads="1"/>
          </p:cNvSpPr>
          <p:nvPr>
            <p:ph type="sldNum" sz="quarter" idx="4"/>
          </p:nvPr>
        </p:nvSpPr>
        <p:spPr bwMode="auto">
          <a:xfrm>
            <a:off x="9627288" y="6884816"/>
            <a:ext cx="3134466" cy="503767"/>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921" smtClean="0"/>
            </a:lvl1pPr>
          </a:lstStyle>
          <a:p>
            <a:pPr marL="35642">
              <a:spcBef>
                <a:spcPts val="193"/>
              </a:spcBef>
            </a:pPr>
            <a:fld id="{81D60167-4931-47E6-BA6A-407CBD079E47}" type="slidenum">
              <a:rPr lang="en-US" altLang="zh-CN" spc="-22" smtClean="0"/>
              <a:pPr marL="35642">
                <a:spcBef>
                  <a:spcPts val="193"/>
                </a:spcBef>
              </a:pPr>
              <a:t>‹#›</a:t>
            </a:fld>
            <a:endParaRPr lang="en-US" altLang="zh-CN" spc="-22" dirty="0"/>
          </a:p>
        </p:txBody>
      </p:sp>
      <p:sp>
        <p:nvSpPr>
          <p:cNvPr id="1031" name="Rectangle 7">
            <a:extLst>
              <a:ext uri="{FF2B5EF4-FFF2-40B4-BE49-F238E27FC236}">
                <a16:creationId xmlns:a16="http://schemas.microsoft.com/office/drawing/2014/main" id="{3E719BBD-2C72-4CCB-B88D-4A4FE14D9347}"/>
              </a:ext>
            </a:extLst>
          </p:cNvPr>
          <p:cNvSpPr>
            <a:spLocks noChangeArrowheads="1"/>
          </p:cNvSpPr>
          <p:nvPr/>
        </p:nvSpPr>
        <p:spPr bwMode="auto">
          <a:xfrm>
            <a:off x="0" y="5"/>
            <a:ext cx="335836" cy="2518833"/>
          </a:xfrm>
          <a:prstGeom prst="rect">
            <a:avLst/>
          </a:prstGeom>
          <a:solidFill>
            <a:schemeClr val="bg2"/>
          </a:solidFill>
          <a:ln>
            <a:noFill/>
          </a:ln>
          <a:effectLst/>
        </p:spPr>
        <p:txBody>
          <a:bodyPr wrap="none" anchor="ctr"/>
          <a:lstStyle>
            <a:lvl1pPr eaLnBrk="0" hangingPunct="0">
              <a:defRPr sz="2800">
                <a:solidFill>
                  <a:schemeClr val="tx1"/>
                </a:solidFill>
                <a:latin typeface="Verdana" pitchFamily="34" charset="0"/>
                <a:ea typeface="宋体" pitchFamily="2" charset="-122"/>
              </a:defRPr>
            </a:lvl1pPr>
            <a:lvl2pPr marL="742950" indent="-285750" eaLnBrk="0" hangingPunct="0">
              <a:defRPr sz="2800">
                <a:solidFill>
                  <a:schemeClr val="tx1"/>
                </a:solidFill>
                <a:latin typeface="Verdana" pitchFamily="34" charset="0"/>
                <a:ea typeface="宋体" pitchFamily="2" charset="-122"/>
              </a:defRPr>
            </a:lvl2pPr>
            <a:lvl3pPr marL="1143000" indent="-228600" eaLnBrk="0" hangingPunct="0">
              <a:defRPr sz="2800">
                <a:solidFill>
                  <a:schemeClr val="tx1"/>
                </a:solidFill>
                <a:latin typeface="Verdana" pitchFamily="34" charset="0"/>
                <a:ea typeface="宋体" pitchFamily="2" charset="-122"/>
              </a:defRPr>
            </a:lvl3pPr>
            <a:lvl4pPr marL="1600200" indent="-228600" eaLnBrk="0" hangingPunct="0">
              <a:defRPr sz="2800">
                <a:solidFill>
                  <a:schemeClr val="tx1"/>
                </a:solidFill>
                <a:latin typeface="Verdana" pitchFamily="34" charset="0"/>
                <a:ea typeface="宋体" pitchFamily="2" charset="-122"/>
              </a:defRPr>
            </a:lvl4pPr>
            <a:lvl5pPr marL="2057400" indent="-228600" eaLnBrk="0" hangingPunct="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eaLnBrk="1" hangingPunct="1">
              <a:buFont typeface="Arial" panose="020B0604020202020204" pitchFamily="34" charset="0"/>
              <a:buNone/>
              <a:defRPr/>
            </a:pPr>
            <a:endParaRPr lang="zh-CN" altLang="en-US" sz="1579">
              <a:latin typeface="Times New Roman" pitchFamily="18" charset="0"/>
            </a:endParaRPr>
          </a:p>
        </p:txBody>
      </p:sp>
      <p:sp>
        <p:nvSpPr>
          <p:cNvPr id="1032" name="Line 8">
            <a:extLst>
              <a:ext uri="{FF2B5EF4-FFF2-40B4-BE49-F238E27FC236}">
                <a16:creationId xmlns:a16="http://schemas.microsoft.com/office/drawing/2014/main" id="{B22C8418-6746-4497-891C-6C3AEE1BFAD2}"/>
              </a:ext>
            </a:extLst>
          </p:cNvPr>
          <p:cNvSpPr>
            <a:spLocks noChangeShapeType="1"/>
          </p:cNvSpPr>
          <p:nvPr/>
        </p:nvSpPr>
        <p:spPr bwMode="auto">
          <a:xfrm>
            <a:off x="671674" y="1595261"/>
            <a:ext cx="1186619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56"/>
          </a:p>
        </p:txBody>
      </p:sp>
      <p:sp>
        <p:nvSpPr>
          <p:cNvPr id="1033" name="Rectangle 9">
            <a:extLst>
              <a:ext uri="{FF2B5EF4-FFF2-40B4-BE49-F238E27FC236}">
                <a16:creationId xmlns:a16="http://schemas.microsoft.com/office/drawing/2014/main" id="{61AC0413-0600-4E78-A6D1-85F1CF176805}"/>
              </a:ext>
            </a:extLst>
          </p:cNvPr>
          <p:cNvSpPr>
            <a:spLocks noChangeArrowheads="1"/>
          </p:cNvSpPr>
          <p:nvPr/>
        </p:nvSpPr>
        <p:spPr bwMode="auto">
          <a:xfrm>
            <a:off x="0" y="2518837"/>
            <a:ext cx="335836" cy="2518833"/>
          </a:xfrm>
          <a:prstGeom prst="rect">
            <a:avLst/>
          </a:prstGeom>
          <a:solidFill>
            <a:schemeClr val="accent2"/>
          </a:solidFill>
          <a:ln>
            <a:noFill/>
          </a:ln>
          <a:effectLst/>
        </p:spPr>
        <p:txBody>
          <a:bodyPr wrap="none" anchor="ctr"/>
          <a:lstStyle>
            <a:lvl1pPr eaLnBrk="0" hangingPunct="0">
              <a:defRPr sz="2800">
                <a:solidFill>
                  <a:schemeClr val="tx1"/>
                </a:solidFill>
                <a:latin typeface="Verdana" pitchFamily="34" charset="0"/>
                <a:ea typeface="宋体" pitchFamily="2" charset="-122"/>
              </a:defRPr>
            </a:lvl1pPr>
            <a:lvl2pPr marL="742950" indent="-285750" eaLnBrk="0" hangingPunct="0">
              <a:defRPr sz="2800">
                <a:solidFill>
                  <a:schemeClr val="tx1"/>
                </a:solidFill>
                <a:latin typeface="Verdana" pitchFamily="34" charset="0"/>
                <a:ea typeface="宋体" pitchFamily="2" charset="-122"/>
              </a:defRPr>
            </a:lvl2pPr>
            <a:lvl3pPr marL="1143000" indent="-228600" eaLnBrk="0" hangingPunct="0">
              <a:defRPr sz="2800">
                <a:solidFill>
                  <a:schemeClr val="tx1"/>
                </a:solidFill>
                <a:latin typeface="Verdana" pitchFamily="34" charset="0"/>
                <a:ea typeface="宋体" pitchFamily="2" charset="-122"/>
              </a:defRPr>
            </a:lvl3pPr>
            <a:lvl4pPr marL="1600200" indent="-228600" eaLnBrk="0" hangingPunct="0">
              <a:defRPr sz="2800">
                <a:solidFill>
                  <a:schemeClr val="tx1"/>
                </a:solidFill>
                <a:latin typeface="Verdana" pitchFamily="34" charset="0"/>
                <a:ea typeface="宋体" pitchFamily="2" charset="-122"/>
              </a:defRPr>
            </a:lvl4pPr>
            <a:lvl5pPr marL="2057400" indent="-228600" eaLnBrk="0" hangingPunct="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eaLnBrk="1" hangingPunct="1">
              <a:buFont typeface="Arial" panose="020B0604020202020204" pitchFamily="34" charset="0"/>
              <a:buNone/>
              <a:defRPr/>
            </a:pPr>
            <a:endParaRPr lang="zh-CN" altLang="en-US" sz="1579">
              <a:latin typeface="Times New Roman" pitchFamily="18" charset="0"/>
            </a:endParaRPr>
          </a:p>
        </p:txBody>
      </p:sp>
      <p:sp>
        <p:nvSpPr>
          <p:cNvPr id="1034" name="Rectangle 10">
            <a:extLst>
              <a:ext uri="{FF2B5EF4-FFF2-40B4-BE49-F238E27FC236}">
                <a16:creationId xmlns:a16="http://schemas.microsoft.com/office/drawing/2014/main" id="{CB02A316-421D-4BBB-A8CC-26CFAF067933}"/>
              </a:ext>
            </a:extLst>
          </p:cNvPr>
          <p:cNvSpPr>
            <a:spLocks noChangeArrowheads="1"/>
          </p:cNvSpPr>
          <p:nvPr/>
        </p:nvSpPr>
        <p:spPr bwMode="auto">
          <a:xfrm>
            <a:off x="0" y="5037672"/>
            <a:ext cx="335836" cy="2518833"/>
          </a:xfrm>
          <a:prstGeom prst="rect">
            <a:avLst/>
          </a:prstGeom>
          <a:solidFill>
            <a:schemeClr val="tx2"/>
          </a:solidFill>
          <a:ln>
            <a:noFill/>
          </a:ln>
          <a:effectLst/>
        </p:spPr>
        <p:txBody>
          <a:bodyPr wrap="none" anchor="ctr"/>
          <a:lstStyle>
            <a:lvl1pPr eaLnBrk="0" hangingPunct="0">
              <a:defRPr sz="2800">
                <a:solidFill>
                  <a:schemeClr val="tx1"/>
                </a:solidFill>
                <a:latin typeface="Verdana" pitchFamily="34" charset="0"/>
                <a:ea typeface="宋体" pitchFamily="2" charset="-122"/>
              </a:defRPr>
            </a:lvl1pPr>
            <a:lvl2pPr marL="742950" indent="-285750" eaLnBrk="0" hangingPunct="0">
              <a:defRPr sz="2800">
                <a:solidFill>
                  <a:schemeClr val="tx1"/>
                </a:solidFill>
                <a:latin typeface="Verdana" pitchFamily="34" charset="0"/>
                <a:ea typeface="宋体" pitchFamily="2" charset="-122"/>
              </a:defRPr>
            </a:lvl2pPr>
            <a:lvl3pPr marL="1143000" indent="-228600" eaLnBrk="0" hangingPunct="0">
              <a:defRPr sz="2800">
                <a:solidFill>
                  <a:schemeClr val="tx1"/>
                </a:solidFill>
                <a:latin typeface="Verdana" pitchFamily="34" charset="0"/>
                <a:ea typeface="宋体" pitchFamily="2" charset="-122"/>
              </a:defRPr>
            </a:lvl3pPr>
            <a:lvl4pPr marL="1600200" indent="-228600" eaLnBrk="0" hangingPunct="0">
              <a:defRPr sz="2800">
                <a:solidFill>
                  <a:schemeClr val="tx1"/>
                </a:solidFill>
                <a:latin typeface="Verdana" pitchFamily="34" charset="0"/>
                <a:ea typeface="宋体" pitchFamily="2" charset="-122"/>
              </a:defRPr>
            </a:lvl4pPr>
            <a:lvl5pPr marL="2057400" indent="-228600" eaLnBrk="0" hangingPunct="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eaLnBrk="1" hangingPunct="1">
              <a:buFont typeface="Arial" panose="020B0604020202020204" pitchFamily="34" charset="0"/>
              <a:buNone/>
              <a:defRPr/>
            </a:pPr>
            <a:endParaRPr lang="zh-CN" altLang="en-US" sz="1579">
              <a:latin typeface="Times New Roman" pitchFamily="18" charset="0"/>
            </a:endParaRPr>
          </a:p>
        </p:txBody>
      </p:sp>
    </p:spTree>
    <p:extLst>
      <p:ext uri="{BB962C8B-B14F-4D97-AF65-F5344CB8AC3E}">
        <p14:creationId xmlns:p14="http://schemas.microsoft.com/office/powerpoint/2010/main" val="141837187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Lst>
  <p:transition spd="slow">
    <p:randomBar dir="vert"/>
  </p:transition>
  <p:txStyles>
    <p:titleStyle>
      <a:lvl1pPr algn="l" rtl="0" eaLnBrk="1" fontAlgn="base" hangingPunct="1">
        <a:spcBef>
          <a:spcPct val="0"/>
        </a:spcBef>
        <a:spcAft>
          <a:spcPct val="0"/>
        </a:spcAft>
        <a:defRPr sz="4000" b="1">
          <a:solidFill>
            <a:schemeClr val="bg2"/>
          </a:solidFill>
          <a:latin typeface="+mj-lt"/>
          <a:ea typeface="+mj-ea"/>
          <a:cs typeface="+mj-cs"/>
        </a:defRPr>
      </a:lvl1pPr>
      <a:lvl2pPr algn="l" rtl="0" eaLnBrk="1" fontAlgn="base" hangingPunct="1">
        <a:spcBef>
          <a:spcPct val="0"/>
        </a:spcBef>
        <a:spcAft>
          <a:spcPct val="0"/>
        </a:spcAft>
        <a:defRPr sz="3552" b="1">
          <a:solidFill>
            <a:schemeClr val="bg2"/>
          </a:solidFill>
          <a:latin typeface="Garamond" pitchFamily="18" charset="0"/>
          <a:ea typeface="隶书" pitchFamily="49" charset="-122"/>
        </a:defRPr>
      </a:lvl2pPr>
      <a:lvl3pPr algn="l" rtl="0" eaLnBrk="1" fontAlgn="base" hangingPunct="1">
        <a:spcBef>
          <a:spcPct val="0"/>
        </a:spcBef>
        <a:spcAft>
          <a:spcPct val="0"/>
        </a:spcAft>
        <a:defRPr sz="3552" b="1">
          <a:solidFill>
            <a:schemeClr val="bg2"/>
          </a:solidFill>
          <a:latin typeface="Garamond" pitchFamily="18" charset="0"/>
          <a:ea typeface="隶书" pitchFamily="49" charset="-122"/>
        </a:defRPr>
      </a:lvl3pPr>
      <a:lvl4pPr algn="l" rtl="0" eaLnBrk="1" fontAlgn="base" hangingPunct="1">
        <a:spcBef>
          <a:spcPct val="0"/>
        </a:spcBef>
        <a:spcAft>
          <a:spcPct val="0"/>
        </a:spcAft>
        <a:defRPr sz="3552" b="1">
          <a:solidFill>
            <a:schemeClr val="bg2"/>
          </a:solidFill>
          <a:latin typeface="Garamond" pitchFamily="18" charset="0"/>
          <a:ea typeface="隶书" pitchFamily="49" charset="-122"/>
        </a:defRPr>
      </a:lvl4pPr>
      <a:lvl5pPr algn="l" rtl="0" eaLnBrk="1" fontAlgn="base" hangingPunct="1">
        <a:spcBef>
          <a:spcPct val="0"/>
        </a:spcBef>
        <a:spcAft>
          <a:spcPct val="0"/>
        </a:spcAft>
        <a:defRPr sz="3552" b="1">
          <a:solidFill>
            <a:schemeClr val="bg2"/>
          </a:solidFill>
          <a:latin typeface="Garamond" pitchFamily="18" charset="0"/>
          <a:ea typeface="隶书" pitchFamily="49" charset="-122"/>
        </a:defRPr>
      </a:lvl5pPr>
      <a:lvl6pPr marL="300738" algn="l" rtl="0" eaLnBrk="1" fontAlgn="base" hangingPunct="1">
        <a:spcBef>
          <a:spcPct val="0"/>
        </a:spcBef>
        <a:spcAft>
          <a:spcPct val="0"/>
        </a:spcAft>
        <a:defRPr sz="3552" b="1">
          <a:solidFill>
            <a:schemeClr val="bg2"/>
          </a:solidFill>
          <a:latin typeface="Garamond" pitchFamily="18" charset="0"/>
          <a:ea typeface="隶书" pitchFamily="49" charset="-122"/>
        </a:defRPr>
      </a:lvl6pPr>
      <a:lvl7pPr marL="601476" algn="l" rtl="0" eaLnBrk="1" fontAlgn="base" hangingPunct="1">
        <a:spcBef>
          <a:spcPct val="0"/>
        </a:spcBef>
        <a:spcAft>
          <a:spcPct val="0"/>
        </a:spcAft>
        <a:defRPr sz="3552" b="1">
          <a:solidFill>
            <a:schemeClr val="bg2"/>
          </a:solidFill>
          <a:latin typeface="Garamond" pitchFamily="18" charset="0"/>
          <a:ea typeface="隶书" pitchFamily="49" charset="-122"/>
        </a:defRPr>
      </a:lvl7pPr>
      <a:lvl8pPr marL="902214" algn="l" rtl="0" eaLnBrk="1" fontAlgn="base" hangingPunct="1">
        <a:spcBef>
          <a:spcPct val="0"/>
        </a:spcBef>
        <a:spcAft>
          <a:spcPct val="0"/>
        </a:spcAft>
        <a:defRPr sz="3552" b="1">
          <a:solidFill>
            <a:schemeClr val="bg2"/>
          </a:solidFill>
          <a:latin typeface="Garamond" pitchFamily="18" charset="0"/>
          <a:ea typeface="隶书" pitchFamily="49" charset="-122"/>
        </a:defRPr>
      </a:lvl8pPr>
      <a:lvl9pPr marL="1202952" algn="l" rtl="0" eaLnBrk="1" fontAlgn="base" hangingPunct="1">
        <a:spcBef>
          <a:spcPct val="0"/>
        </a:spcBef>
        <a:spcAft>
          <a:spcPct val="0"/>
        </a:spcAft>
        <a:defRPr sz="3552" b="1">
          <a:solidFill>
            <a:schemeClr val="bg2"/>
          </a:solidFill>
          <a:latin typeface="Garamond" pitchFamily="18" charset="0"/>
          <a:ea typeface="隶书" pitchFamily="49" charset="-122"/>
        </a:defRPr>
      </a:lvl9pPr>
    </p:titleStyle>
    <p:bodyStyle>
      <a:lvl1pPr marL="225554" indent="-225554" algn="l" rtl="0" eaLnBrk="1" fontAlgn="base" hangingPunct="1">
        <a:spcBef>
          <a:spcPct val="50000"/>
        </a:spcBef>
        <a:spcAft>
          <a:spcPct val="0"/>
        </a:spcAft>
        <a:buClr>
          <a:schemeClr val="bg2"/>
        </a:buClr>
        <a:buSzPct val="75000"/>
        <a:buFont typeface="Wingdings" panose="05000000000000000000" pitchFamily="2" charset="2"/>
        <a:buChar char="p"/>
        <a:defRPr sz="1842" b="1">
          <a:solidFill>
            <a:schemeClr val="tx1"/>
          </a:solidFill>
          <a:latin typeface="+mn-lt"/>
          <a:ea typeface="+mn-ea"/>
          <a:cs typeface="+mn-cs"/>
        </a:defRPr>
      </a:lvl1pPr>
      <a:lvl2pPr marL="488700" indent="-187962" algn="l" rtl="0" eaLnBrk="1" fontAlgn="base" hangingPunct="1">
        <a:spcBef>
          <a:spcPct val="50000"/>
        </a:spcBef>
        <a:spcAft>
          <a:spcPct val="0"/>
        </a:spcAft>
        <a:buClr>
          <a:schemeClr val="tx2"/>
        </a:buClr>
        <a:buSzPct val="75000"/>
        <a:buFont typeface="Wingdings" panose="05000000000000000000" pitchFamily="2" charset="2"/>
        <a:buChar char="n"/>
        <a:defRPr sz="1579" b="1">
          <a:solidFill>
            <a:schemeClr val="tx1"/>
          </a:solidFill>
          <a:latin typeface="+mn-lt"/>
          <a:ea typeface="+mn-ea"/>
        </a:defRPr>
      </a:lvl2pPr>
      <a:lvl3pPr marL="751845" indent="-150369" algn="l" rtl="0" eaLnBrk="1" fontAlgn="base" hangingPunct="1">
        <a:spcBef>
          <a:spcPct val="50000"/>
        </a:spcBef>
        <a:spcAft>
          <a:spcPct val="0"/>
        </a:spcAft>
        <a:buClr>
          <a:schemeClr val="accent1"/>
        </a:buClr>
        <a:buSzPct val="65000"/>
        <a:buFont typeface="Wingdings" panose="05000000000000000000" pitchFamily="2" charset="2"/>
        <a:buChar char="p"/>
        <a:defRPr sz="1316" b="1">
          <a:solidFill>
            <a:schemeClr val="tx1"/>
          </a:solidFill>
          <a:latin typeface="+mn-lt"/>
          <a:ea typeface="+mn-ea"/>
        </a:defRPr>
      </a:lvl3pPr>
      <a:lvl4pPr marL="1052583" indent="-150369" algn="l" rtl="0" eaLnBrk="1" fontAlgn="base" hangingPunct="1">
        <a:spcBef>
          <a:spcPct val="50000"/>
        </a:spcBef>
        <a:spcAft>
          <a:spcPct val="0"/>
        </a:spcAft>
        <a:buClr>
          <a:schemeClr val="bg2"/>
        </a:buClr>
        <a:buFont typeface="Wingdings" panose="05000000000000000000" pitchFamily="2" charset="2"/>
        <a:buChar char="§"/>
        <a:defRPr b="1">
          <a:solidFill>
            <a:schemeClr val="tx1"/>
          </a:solidFill>
          <a:latin typeface="+mn-lt"/>
          <a:ea typeface="+mn-ea"/>
        </a:defRPr>
      </a:lvl4pPr>
      <a:lvl5pPr marL="1353321" indent="-150369" algn="l" rtl="0" eaLnBrk="1" fontAlgn="base" hangingPunct="1">
        <a:spcBef>
          <a:spcPct val="50000"/>
        </a:spcBef>
        <a:spcAft>
          <a:spcPct val="0"/>
        </a:spcAft>
        <a:buClr>
          <a:schemeClr val="tx2"/>
        </a:buClr>
        <a:buSzPct val="80000"/>
        <a:buFont typeface="Wingdings" panose="05000000000000000000" pitchFamily="2" charset="2"/>
        <a:buChar char="§"/>
        <a:defRPr b="1">
          <a:solidFill>
            <a:schemeClr val="tx1"/>
          </a:solidFill>
          <a:latin typeface="+mn-lt"/>
          <a:ea typeface="+mn-ea"/>
        </a:defRPr>
      </a:lvl5pPr>
      <a:lvl6pPr marL="1654060" indent="-150369"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6pPr>
      <a:lvl7pPr marL="1954798" indent="-150369"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7pPr>
      <a:lvl8pPr marL="2255536" indent="-150369"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8pPr>
      <a:lvl9pPr marL="2556274" indent="-150369" algn="l" rtl="0" eaLnBrk="1" fontAlgn="base" hangingPunct="1">
        <a:spcBef>
          <a:spcPct val="50000"/>
        </a:spcBef>
        <a:spcAft>
          <a:spcPct val="0"/>
        </a:spcAft>
        <a:buClr>
          <a:schemeClr val="tx2"/>
        </a:buClr>
        <a:buSzPct val="80000"/>
        <a:buFont typeface="Wingdings" pitchFamily="2" charset="2"/>
        <a:buChar char="§"/>
        <a:defRPr b="1">
          <a:solidFill>
            <a:schemeClr val="tx1"/>
          </a:solidFill>
          <a:latin typeface="+mn-lt"/>
          <a:ea typeface="+mn-ea"/>
        </a:defRPr>
      </a:lvl9pPr>
    </p:bodyStyle>
    <p:otherStyle>
      <a:defPPr>
        <a:defRPr lang="zh-CN"/>
      </a:defPPr>
      <a:lvl1pPr marL="0" algn="l" defTabSz="601476" rtl="0" eaLnBrk="1" latinLnBrk="0" hangingPunct="1">
        <a:defRPr sz="1184" kern="1200">
          <a:solidFill>
            <a:schemeClr val="tx1"/>
          </a:solidFill>
          <a:latin typeface="+mn-lt"/>
          <a:ea typeface="+mn-ea"/>
          <a:cs typeface="+mn-cs"/>
        </a:defRPr>
      </a:lvl1pPr>
      <a:lvl2pPr marL="300738" algn="l" defTabSz="601476" rtl="0" eaLnBrk="1" latinLnBrk="0" hangingPunct="1">
        <a:defRPr sz="1184" kern="1200">
          <a:solidFill>
            <a:schemeClr val="tx1"/>
          </a:solidFill>
          <a:latin typeface="+mn-lt"/>
          <a:ea typeface="+mn-ea"/>
          <a:cs typeface="+mn-cs"/>
        </a:defRPr>
      </a:lvl2pPr>
      <a:lvl3pPr marL="601476" algn="l" defTabSz="601476" rtl="0" eaLnBrk="1" latinLnBrk="0" hangingPunct="1">
        <a:defRPr sz="1184" kern="1200">
          <a:solidFill>
            <a:schemeClr val="tx1"/>
          </a:solidFill>
          <a:latin typeface="+mn-lt"/>
          <a:ea typeface="+mn-ea"/>
          <a:cs typeface="+mn-cs"/>
        </a:defRPr>
      </a:lvl3pPr>
      <a:lvl4pPr marL="902214" algn="l" defTabSz="601476" rtl="0" eaLnBrk="1" latinLnBrk="0" hangingPunct="1">
        <a:defRPr sz="1184" kern="1200">
          <a:solidFill>
            <a:schemeClr val="tx1"/>
          </a:solidFill>
          <a:latin typeface="+mn-lt"/>
          <a:ea typeface="+mn-ea"/>
          <a:cs typeface="+mn-cs"/>
        </a:defRPr>
      </a:lvl4pPr>
      <a:lvl5pPr marL="1202952" algn="l" defTabSz="601476" rtl="0" eaLnBrk="1" latinLnBrk="0" hangingPunct="1">
        <a:defRPr sz="1184" kern="1200">
          <a:solidFill>
            <a:schemeClr val="tx1"/>
          </a:solidFill>
          <a:latin typeface="+mn-lt"/>
          <a:ea typeface="+mn-ea"/>
          <a:cs typeface="+mn-cs"/>
        </a:defRPr>
      </a:lvl5pPr>
      <a:lvl6pPr marL="1503690" algn="l" defTabSz="601476" rtl="0" eaLnBrk="1" latinLnBrk="0" hangingPunct="1">
        <a:defRPr sz="1184" kern="1200">
          <a:solidFill>
            <a:schemeClr val="tx1"/>
          </a:solidFill>
          <a:latin typeface="+mn-lt"/>
          <a:ea typeface="+mn-ea"/>
          <a:cs typeface="+mn-cs"/>
        </a:defRPr>
      </a:lvl6pPr>
      <a:lvl7pPr marL="1804429" algn="l" defTabSz="601476" rtl="0" eaLnBrk="1" latinLnBrk="0" hangingPunct="1">
        <a:defRPr sz="1184" kern="1200">
          <a:solidFill>
            <a:schemeClr val="tx1"/>
          </a:solidFill>
          <a:latin typeface="+mn-lt"/>
          <a:ea typeface="+mn-ea"/>
          <a:cs typeface="+mn-cs"/>
        </a:defRPr>
      </a:lvl7pPr>
      <a:lvl8pPr marL="2105167" algn="l" defTabSz="601476" rtl="0" eaLnBrk="1" latinLnBrk="0" hangingPunct="1">
        <a:defRPr sz="1184" kern="1200">
          <a:solidFill>
            <a:schemeClr val="tx1"/>
          </a:solidFill>
          <a:latin typeface="+mn-lt"/>
          <a:ea typeface="+mn-ea"/>
          <a:cs typeface="+mn-cs"/>
        </a:defRPr>
      </a:lvl8pPr>
      <a:lvl9pPr marL="2405905" algn="l" defTabSz="601476" rtl="0" eaLnBrk="1" latinLnBrk="0" hangingPunct="1">
        <a:defRPr sz="11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A7F71DC-6C76-47DD-8118-88E7BCAF2A98}"/>
              </a:ext>
            </a:extLst>
          </p:cNvPr>
          <p:cNvSpPr>
            <a:spLocks noGrp="1" noChangeArrowheads="1"/>
          </p:cNvSpPr>
          <p:nvPr>
            <p:ph type="ctrTitle"/>
          </p:nvPr>
        </p:nvSpPr>
        <p:spPr/>
        <p:txBody>
          <a:bodyPr/>
          <a:lstStyle/>
          <a:p>
            <a:pPr eaLnBrk="1" hangingPunct="1">
              <a:defRPr/>
            </a:pPr>
            <a:r>
              <a:rPr lang="en-US" altLang="zh-CN" sz="4341" dirty="0"/>
              <a:t>《</a:t>
            </a:r>
            <a:r>
              <a:rPr lang="zh-CN" altLang="en-US" sz="4341" dirty="0"/>
              <a:t>编译原理</a:t>
            </a:r>
            <a:r>
              <a:rPr lang="en-US" altLang="zh-CN" sz="4341" dirty="0"/>
              <a:t>》</a:t>
            </a:r>
          </a:p>
        </p:txBody>
      </p:sp>
      <p:sp>
        <p:nvSpPr>
          <p:cNvPr id="4" name="副标题 3">
            <a:extLst>
              <a:ext uri="{FF2B5EF4-FFF2-40B4-BE49-F238E27FC236}">
                <a16:creationId xmlns:a16="http://schemas.microsoft.com/office/drawing/2014/main" id="{03401508-0CEA-4173-8CC4-DFA6C398F1DF}"/>
              </a:ext>
            </a:extLst>
          </p:cNvPr>
          <p:cNvSpPr>
            <a:spLocks noGrp="1"/>
          </p:cNvSpPr>
          <p:nvPr>
            <p:ph type="subTitle" idx="1"/>
          </p:nvPr>
        </p:nvSpPr>
        <p:spPr/>
        <p:txBody>
          <a:bodyPr/>
          <a:lstStyle/>
          <a:p>
            <a:endParaRPr lang="zh-CN" altLang="en-US"/>
          </a:p>
        </p:txBody>
      </p:sp>
      <p:sp>
        <p:nvSpPr>
          <p:cNvPr id="4098" name="Rectangle 6">
            <a:extLst>
              <a:ext uri="{FF2B5EF4-FFF2-40B4-BE49-F238E27FC236}">
                <a16:creationId xmlns:a16="http://schemas.microsoft.com/office/drawing/2014/main" id="{2BE8FF39-F056-4DD2-816D-CF456AC8E066}"/>
              </a:ext>
            </a:extLst>
          </p:cNvPr>
          <p:cNvSpPr>
            <a:spLocks noGrp="1" noChangeArrowheads="1"/>
          </p:cNvSpPr>
          <p:nvPr>
            <p:ph type="sldNum" sz="quarter" idx="12"/>
          </p:nvPr>
        </p:nvSpPr>
        <p:spPr>
          <a:noFill/>
        </p:spPr>
        <p:txBody>
          <a:bodyPr/>
          <a:lstStyle>
            <a:lvl1pPr eaLnBrk="0" hangingPunct="0">
              <a:spcBef>
                <a:spcPct val="20000"/>
              </a:spcBef>
              <a:buClr>
                <a:schemeClr val="bg2"/>
              </a:buClr>
              <a:buSzPct val="75000"/>
              <a:buFont typeface="Wingdings" panose="05000000000000000000" pitchFamily="2" charset="2"/>
              <a:buChar char="p"/>
              <a:defRPr sz="1842" b="1">
                <a:solidFill>
                  <a:schemeClr val="tx1"/>
                </a:solidFill>
                <a:latin typeface="Verdana" panose="020B0604030504040204" pitchFamily="34" charset="0"/>
                <a:ea typeface="楷体_GB2312" pitchFamily="1" charset="-122"/>
              </a:defRPr>
            </a:lvl1pPr>
            <a:lvl2pPr marL="488700" indent="-187962" eaLnBrk="0" hangingPunct="0">
              <a:spcBef>
                <a:spcPct val="20000"/>
              </a:spcBef>
              <a:buClr>
                <a:schemeClr val="tx2"/>
              </a:buClr>
              <a:buSzPct val="75000"/>
              <a:buFont typeface="Wingdings" panose="05000000000000000000" pitchFamily="2" charset="2"/>
              <a:buChar char="n"/>
              <a:defRPr sz="1579" b="1">
                <a:solidFill>
                  <a:schemeClr val="tx1"/>
                </a:solidFill>
                <a:latin typeface="Verdana" panose="020B0604030504040204" pitchFamily="34" charset="0"/>
                <a:ea typeface="楷体_GB2312" pitchFamily="1" charset="-122"/>
              </a:defRPr>
            </a:lvl2pPr>
            <a:lvl3pPr marL="751845" indent="-150369" eaLnBrk="0" hangingPunct="0">
              <a:spcBef>
                <a:spcPct val="20000"/>
              </a:spcBef>
              <a:buClr>
                <a:schemeClr val="accent1"/>
              </a:buClr>
              <a:buSzPct val="65000"/>
              <a:buFont typeface="Wingdings" panose="05000000000000000000" pitchFamily="2" charset="2"/>
              <a:buChar char="p"/>
              <a:defRPr sz="1316" b="1">
                <a:solidFill>
                  <a:schemeClr val="tx1"/>
                </a:solidFill>
                <a:latin typeface="Verdana" panose="020B0604030504040204" pitchFamily="34" charset="0"/>
                <a:ea typeface="楷体_GB2312" pitchFamily="1" charset="-122"/>
              </a:defRPr>
            </a:lvl3pPr>
            <a:lvl4pPr marL="1052583" indent="-150369"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1353321" indent="-150369"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1654060" indent="-150369"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1954798" indent="-150369"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2255536" indent="-150369"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2556274" indent="-150369"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marL="0" marR="0" lvl="0" indent="0" algn="r" defTabSz="801968" rtl="0" eaLnBrk="1" fontAlgn="base" latinLnBrk="0" hangingPunct="1">
              <a:lnSpc>
                <a:spcPct val="100000"/>
              </a:lnSpc>
              <a:spcBef>
                <a:spcPct val="0"/>
              </a:spcBef>
              <a:spcAft>
                <a:spcPct val="0"/>
              </a:spcAft>
              <a:buClrTx/>
              <a:buSzTx/>
              <a:buFont typeface="Wingdings" panose="05000000000000000000" pitchFamily="2" charset="2"/>
              <a:buNone/>
              <a:tabLst/>
              <a:defRPr/>
            </a:pPr>
            <a:fld id="{DE8291F7-24DD-42FB-8BFF-BC2F472A154D}" type="slidenum">
              <a:rPr kumimoji="0" lang="en-US" altLang="zh-CN" sz="658"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rPr>
              <a:pPr marL="0" marR="0" lvl="0" indent="0" algn="r" defTabSz="801968" rtl="0" eaLnBrk="1" fontAlgn="base" latinLnBrk="0" hangingPunct="1">
                <a:lnSpc>
                  <a:spcPct val="100000"/>
                </a:lnSpc>
                <a:spcBef>
                  <a:spcPct val="0"/>
                </a:spcBef>
                <a:spcAft>
                  <a:spcPct val="0"/>
                </a:spcAft>
                <a:buClrTx/>
                <a:buSzTx/>
                <a:buFont typeface="Wingdings" panose="05000000000000000000" pitchFamily="2" charset="2"/>
                <a:buNone/>
                <a:tabLst/>
                <a:defRPr/>
              </a:pPr>
              <a:t>1</a:t>
            </a:fld>
            <a:endParaRPr kumimoji="0" lang="en-US" altLang="zh-CN" sz="658"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3" name="Group 64">
            <a:extLst>
              <a:ext uri="{FF2B5EF4-FFF2-40B4-BE49-F238E27FC236}">
                <a16:creationId xmlns:a16="http://schemas.microsoft.com/office/drawing/2014/main" id="{0604CA82-30E5-4CC4-85AF-FCB9955679BB}"/>
              </a:ext>
            </a:extLst>
          </p:cNvPr>
          <p:cNvGrpSpPr>
            <a:grpSpLocks/>
          </p:cNvGrpSpPr>
          <p:nvPr/>
        </p:nvGrpSpPr>
        <p:grpSpPr bwMode="auto">
          <a:xfrm>
            <a:off x="3790624" y="1809794"/>
            <a:ext cx="5982966" cy="4149727"/>
            <a:chOff x="362" y="878"/>
            <a:chExt cx="5080" cy="2743"/>
          </a:xfrm>
        </p:grpSpPr>
        <p:sp>
          <p:nvSpPr>
            <p:cNvPr id="5124" name="AutoShape 34">
              <a:extLst>
                <a:ext uri="{FF2B5EF4-FFF2-40B4-BE49-F238E27FC236}">
                  <a16:creationId xmlns:a16="http://schemas.microsoft.com/office/drawing/2014/main" id="{488551B2-EDDD-4E14-9EC5-FC8C331E9116}"/>
                </a:ext>
              </a:extLst>
            </p:cNvPr>
            <p:cNvSpPr>
              <a:spLocks noChangeArrowheads="1"/>
            </p:cNvSpPr>
            <p:nvPr/>
          </p:nvSpPr>
          <p:spPr bwMode="auto">
            <a:xfrm>
              <a:off x="2428" y="878"/>
              <a:ext cx="900" cy="345"/>
            </a:xfrm>
            <a:prstGeom prst="downArrow">
              <a:avLst>
                <a:gd name="adj1" fmla="val 50000"/>
                <a:gd name="adj2" fmla="val 25000"/>
              </a:avLst>
            </a:prstGeom>
            <a:solidFill>
              <a:srgbClr val="9966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en-US" altLang="zh-CN" sz="1955">
                  <a:solidFill>
                    <a:srgbClr val="000000"/>
                  </a:solidFill>
                  <a:latin typeface="Times New Roman" panose="02020603050405020304" pitchFamily="18" charset="0"/>
                </a:rPr>
                <a:t>S.P</a:t>
              </a:r>
            </a:p>
          </p:txBody>
        </p:sp>
        <p:sp>
          <p:nvSpPr>
            <p:cNvPr id="5125" name="AutoShape 35">
              <a:extLst>
                <a:ext uri="{FF2B5EF4-FFF2-40B4-BE49-F238E27FC236}">
                  <a16:creationId xmlns:a16="http://schemas.microsoft.com/office/drawing/2014/main" id="{0E35BEC6-E916-46D2-9451-09FF06E9C4EE}"/>
                </a:ext>
              </a:extLst>
            </p:cNvPr>
            <p:cNvSpPr>
              <a:spLocks noChangeArrowheads="1"/>
            </p:cNvSpPr>
            <p:nvPr/>
          </p:nvSpPr>
          <p:spPr bwMode="auto">
            <a:xfrm>
              <a:off x="2435" y="3343"/>
              <a:ext cx="900" cy="278"/>
            </a:xfrm>
            <a:prstGeom prst="downArrow">
              <a:avLst>
                <a:gd name="adj1" fmla="val 50000"/>
                <a:gd name="adj2" fmla="val 25000"/>
              </a:avLst>
            </a:prstGeom>
            <a:solidFill>
              <a:srgbClr val="FF3300">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en-US" altLang="zh-CN" sz="1955">
                  <a:solidFill>
                    <a:srgbClr val="000000"/>
                  </a:solidFill>
                  <a:latin typeface="Times New Roman" panose="02020603050405020304" pitchFamily="18" charset="0"/>
                </a:rPr>
                <a:t>O.P</a:t>
              </a:r>
            </a:p>
          </p:txBody>
        </p:sp>
        <p:grpSp>
          <p:nvGrpSpPr>
            <p:cNvPr id="5126" name="Group 36">
              <a:extLst>
                <a:ext uri="{FF2B5EF4-FFF2-40B4-BE49-F238E27FC236}">
                  <a16:creationId xmlns:a16="http://schemas.microsoft.com/office/drawing/2014/main" id="{513DA3B0-DA59-498E-B3FB-57EA6E0C2D12}"/>
                </a:ext>
              </a:extLst>
            </p:cNvPr>
            <p:cNvGrpSpPr>
              <a:grpSpLocks/>
            </p:cNvGrpSpPr>
            <p:nvPr/>
          </p:nvGrpSpPr>
          <p:grpSpPr bwMode="auto">
            <a:xfrm>
              <a:off x="1437" y="1236"/>
              <a:ext cx="2882" cy="2061"/>
              <a:chOff x="1437" y="1236"/>
              <a:chExt cx="2882" cy="2061"/>
            </a:xfrm>
          </p:grpSpPr>
          <p:grpSp>
            <p:nvGrpSpPr>
              <p:cNvPr id="5141" name="Group 37">
                <a:extLst>
                  <a:ext uri="{FF2B5EF4-FFF2-40B4-BE49-F238E27FC236}">
                    <a16:creationId xmlns:a16="http://schemas.microsoft.com/office/drawing/2014/main" id="{D352B113-E0B6-41E1-A019-00113FD1F18D}"/>
                  </a:ext>
                </a:extLst>
              </p:cNvPr>
              <p:cNvGrpSpPr>
                <a:grpSpLocks/>
              </p:cNvGrpSpPr>
              <p:nvPr/>
            </p:nvGrpSpPr>
            <p:grpSpPr bwMode="auto">
              <a:xfrm>
                <a:off x="1437" y="1956"/>
                <a:ext cx="2882" cy="422"/>
                <a:chOff x="1437" y="1956"/>
                <a:chExt cx="2882" cy="422"/>
              </a:xfrm>
            </p:grpSpPr>
            <p:sp>
              <p:nvSpPr>
                <p:cNvPr id="5152" name="Rectangle 38">
                  <a:extLst>
                    <a:ext uri="{FF2B5EF4-FFF2-40B4-BE49-F238E27FC236}">
                      <a16:creationId xmlns:a16="http://schemas.microsoft.com/office/drawing/2014/main" id="{5BC310D8-9210-4D38-940E-CB0727174978}"/>
                    </a:ext>
                  </a:extLst>
                </p:cNvPr>
                <p:cNvSpPr>
                  <a:spLocks noChangeArrowheads="1"/>
                </p:cNvSpPr>
                <p:nvPr/>
              </p:nvSpPr>
              <p:spPr bwMode="auto">
                <a:xfrm>
                  <a:off x="1437" y="2154"/>
                  <a:ext cx="2882" cy="224"/>
                </a:xfrm>
                <a:prstGeom prst="rect">
                  <a:avLst/>
                </a:prstGeom>
                <a:solidFill>
                  <a:srgbClr val="D6DDF6">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zh-CN" altLang="en-US" sz="2000">
                      <a:solidFill>
                        <a:srgbClr val="FF0000"/>
                      </a:solidFill>
                      <a:latin typeface="宋体" panose="02010600030101010101" pitchFamily="2" charset="-122"/>
                      <a:ea typeface="宋体" panose="02010600030101010101" pitchFamily="2" charset="-122"/>
                    </a:rPr>
                    <a:t>语义分析及生成中间代码程序</a:t>
                  </a:r>
                </a:p>
              </p:txBody>
            </p:sp>
            <p:sp>
              <p:nvSpPr>
                <p:cNvPr id="5153" name="AutoShape 39">
                  <a:extLst>
                    <a:ext uri="{FF2B5EF4-FFF2-40B4-BE49-F238E27FC236}">
                      <a16:creationId xmlns:a16="http://schemas.microsoft.com/office/drawing/2014/main" id="{323C8D70-D75E-459A-9F0F-A36D8EC91709}"/>
                    </a:ext>
                  </a:extLst>
                </p:cNvPr>
                <p:cNvSpPr>
                  <a:spLocks noChangeArrowheads="1"/>
                </p:cNvSpPr>
                <p:nvPr/>
              </p:nvSpPr>
              <p:spPr bwMode="auto">
                <a:xfrm>
                  <a:off x="2465" y="1956"/>
                  <a:ext cx="826" cy="210"/>
                </a:xfrm>
                <a:prstGeom prst="downArrow">
                  <a:avLst>
                    <a:gd name="adj1" fmla="val 56778"/>
                    <a:gd name="adj2" fmla="val 56667"/>
                  </a:avLst>
                </a:prstGeom>
                <a:solidFill>
                  <a:srgbClr val="E0D1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endParaRPr kumimoji="1" lang="zh-CN" altLang="zh-CN" sz="1955">
                    <a:solidFill>
                      <a:srgbClr val="000000"/>
                    </a:solidFill>
                    <a:latin typeface="Times New Roman" panose="02020603050405020304" pitchFamily="18" charset="0"/>
                  </a:endParaRPr>
                </a:p>
              </p:txBody>
            </p:sp>
          </p:grpSp>
          <p:grpSp>
            <p:nvGrpSpPr>
              <p:cNvPr id="5142" name="Group 40">
                <a:extLst>
                  <a:ext uri="{FF2B5EF4-FFF2-40B4-BE49-F238E27FC236}">
                    <a16:creationId xmlns:a16="http://schemas.microsoft.com/office/drawing/2014/main" id="{2828A4D8-BA00-4448-8B61-7647422E4D70}"/>
                  </a:ext>
                </a:extLst>
              </p:cNvPr>
              <p:cNvGrpSpPr>
                <a:grpSpLocks/>
              </p:cNvGrpSpPr>
              <p:nvPr/>
            </p:nvGrpSpPr>
            <p:grpSpPr bwMode="auto">
              <a:xfrm>
                <a:off x="1437" y="2856"/>
                <a:ext cx="2882" cy="441"/>
                <a:chOff x="1437" y="2856"/>
                <a:chExt cx="2882" cy="441"/>
              </a:xfrm>
            </p:grpSpPr>
            <p:sp>
              <p:nvSpPr>
                <p:cNvPr id="5150" name="Rectangle 41">
                  <a:extLst>
                    <a:ext uri="{FF2B5EF4-FFF2-40B4-BE49-F238E27FC236}">
                      <a16:creationId xmlns:a16="http://schemas.microsoft.com/office/drawing/2014/main" id="{99F454D5-BDA1-4AEA-AC59-4103478982D2}"/>
                    </a:ext>
                  </a:extLst>
                </p:cNvPr>
                <p:cNvSpPr>
                  <a:spLocks noChangeArrowheads="1"/>
                </p:cNvSpPr>
                <p:nvPr/>
              </p:nvSpPr>
              <p:spPr bwMode="auto">
                <a:xfrm>
                  <a:off x="1437" y="3073"/>
                  <a:ext cx="2882" cy="224"/>
                </a:xfrm>
                <a:prstGeom prst="rect">
                  <a:avLst/>
                </a:prstGeom>
                <a:solidFill>
                  <a:srgbClr val="D6DDF6">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代码生成程序</a:t>
                  </a:r>
                </a:p>
              </p:txBody>
            </p:sp>
            <p:sp>
              <p:nvSpPr>
                <p:cNvPr id="5151" name="AutoShape 42">
                  <a:extLst>
                    <a:ext uri="{FF2B5EF4-FFF2-40B4-BE49-F238E27FC236}">
                      <a16:creationId xmlns:a16="http://schemas.microsoft.com/office/drawing/2014/main" id="{533A0FFC-1A17-4E41-B7B9-AF240399A3C9}"/>
                    </a:ext>
                  </a:extLst>
                </p:cNvPr>
                <p:cNvSpPr>
                  <a:spLocks noChangeArrowheads="1"/>
                </p:cNvSpPr>
                <p:nvPr/>
              </p:nvSpPr>
              <p:spPr bwMode="auto">
                <a:xfrm>
                  <a:off x="2465" y="2856"/>
                  <a:ext cx="826" cy="210"/>
                </a:xfrm>
                <a:prstGeom prst="downArrow">
                  <a:avLst>
                    <a:gd name="adj1" fmla="val 56778"/>
                    <a:gd name="adj2" fmla="val 56667"/>
                  </a:avLst>
                </a:prstGeom>
                <a:solidFill>
                  <a:srgbClr val="FF9900">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endParaRPr kumimoji="1" lang="zh-CN" altLang="zh-CN" sz="1955">
                    <a:solidFill>
                      <a:srgbClr val="000000"/>
                    </a:solidFill>
                    <a:latin typeface="Times New Roman" panose="02020603050405020304" pitchFamily="18" charset="0"/>
                  </a:endParaRPr>
                </a:p>
              </p:txBody>
            </p:sp>
          </p:grpSp>
          <p:grpSp>
            <p:nvGrpSpPr>
              <p:cNvPr id="5143" name="Group 43">
                <a:extLst>
                  <a:ext uri="{FF2B5EF4-FFF2-40B4-BE49-F238E27FC236}">
                    <a16:creationId xmlns:a16="http://schemas.microsoft.com/office/drawing/2014/main" id="{76077337-91B9-4473-B3F5-B60C02892430}"/>
                  </a:ext>
                </a:extLst>
              </p:cNvPr>
              <p:cNvGrpSpPr>
                <a:grpSpLocks/>
              </p:cNvGrpSpPr>
              <p:nvPr/>
            </p:nvGrpSpPr>
            <p:grpSpPr bwMode="auto">
              <a:xfrm>
                <a:off x="1437" y="2391"/>
                <a:ext cx="2882" cy="446"/>
                <a:chOff x="1437" y="2391"/>
                <a:chExt cx="2882" cy="446"/>
              </a:xfrm>
            </p:grpSpPr>
            <p:sp>
              <p:nvSpPr>
                <p:cNvPr id="5148" name="Rectangle 44">
                  <a:extLst>
                    <a:ext uri="{FF2B5EF4-FFF2-40B4-BE49-F238E27FC236}">
                      <a16:creationId xmlns:a16="http://schemas.microsoft.com/office/drawing/2014/main" id="{C56FDD7D-9EDC-4D38-AB9E-3FFC75B29C06}"/>
                    </a:ext>
                  </a:extLst>
                </p:cNvPr>
                <p:cNvSpPr>
                  <a:spLocks noChangeArrowheads="1"/>
                </p:cNvSpPr>
                <p:nvPr/>
              </p:nvSpPr>
              <p:spPr bwMode="auto">
                <a:xfrm>
                  <a:off x="1437" y="2613"/>
                  <a:ext cx="2882" cy="224"/>
                </a:xfrm>
                <a:prstGeom prst="rect">
                  <a:avLst/>
                </a:prstGeom>
                <a:solidFill>
                  <a:srgbClr val="D6DDF6">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lnSpc>
                      <a:spcPct val="80000"/>
                    </a:lnSpc>
                    <a:spcBef>
                      <a:spcPct val="5000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代码优化程序</a:t>
                  </a:r>
                </a:p>
              </p:txBody>
            </p:sp>
            <p:sp>
              <p:nvSpPr>
                <p:cNvPr id="5149" name="AutoShape 45">
                  <a:extLst>
                    <a:ext uri="{FF2B5EF4-FFF2-40B4-BE49-F238E27FC236}">
                      <a16:creationId xmlns:a16="http://schemas.microsoft.com/office/drawing/2014/main" id="{3E35FBA8-1508-4E65-9055-59874E057938}"/>
                    </a:ext>
                  </a:extLst>
                </p:cNvPr>
                <p:cNvSpPr>
                  <a:spLocks noChangeArrowheads="1"/>
                </p:cNvSpPr>
                <p:nvPr/>
              </p:nvSpPr>
              <p:spPr bwMode="auto">
                <a:xfrm>
                  <a:off x="2465" y="2391"/>
                  <a:ext cx="826" cy="210"/>
                </a:xfrm>
                <a:prstGeom prst="downArrow">
                  <a:avLst>
                    <a:gd name="adj1" fmla="val 56778"/>
                    <a:gd name="adj2" fmla="val 56667"/>
                  </a:avLst>
                </a:prstGeom>
                <a:solidFill>
                  <a:srgbClr val="FF9900">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endParaRPr kumimoji="1" lang="zh-CN" altLang="zh-CN" sz="1955">
                    <a:solidFill>
                      <a:srgbClr val="000000"/>
                    </a:solidFill>
                    <a:latin typeface="Times New Roman" panose="02020603050405020304" pitchFamily="18" charset="0"/>
                  </a:endParaRPr>
                </a:p>
              </p:txBody>
            </p:sp>
          </p:grpSp>
          <p:grpSp>
            <p:nvGrpSpPr>
              <p:cNvPr id="5144" name="Group 46">
                <a:extLst>
                  <a:ext uri="{FF2B5EF4-FFF2-40B4-BE49-F238E27FC236}">
                    <a16:creationId xmlns:a16="http://schemas.microsoft.com/office/drawing/2014/main" id="{6570C58B-5D13-406A-AA10-78445CA64230}"/>
                  </a:ext>
                </a:extLst>
              </p:cNvPr>
              <p:cNvGrpSpPr>
                <a:grpSpLocks/>
              </p:cNvGrpSpPr>
              <p:nvPr/>
            </p:nvGrpSpPr>
            <p:grpSpPr bwMode="auto">
              <a:xfrm>
                <a:off x="1437" y="1485"/>
                <a:ext cx="2882" cy="434"/>
                <a:chOff x="1437" y="1485"/>
                <a:chExt cx="2882" cy="434"/>
              </a:xfrm>
            </p:grpSpPr>
            <p:sp>
              <p:nvSpPr>
                <p:cNvPr id="5146" name="Rectangle 47">
                  <a:extLst>
                    <a:ext uri="{FF2B5EF4-FFF2-40B4-BE49-F238E27FC236}">
                      <a16:creationId xmlns:a16="http://schemas.microsoft.com/office/drawing/2014/main" id="{F502B8E8-ED1E-459B-BB0B-E4B48E4C6CAC}"/>
                    </a:ext>
                  </a:extLst>
                </p:cNvPr>
                <p:cNvSpPr>
                  <a:spLocks noChangeArrowheads="1"/>
                </p:cNvSpPr>
                <p:nvPr/>
              </p:nvSpPr>
              <p:spPr bwMode="auto">
                <a:xfrm>
                  <a:off x="1437" y="1695"/>
                  <a:ext cx="2882" cy="224"/>
                </a:xfrm>
                <a:prstGeom prst="rect">
                  <a:avLst/>
                </a:prstGeom>
                <a:solidFill>
                  <a:srgbClr val="D6DDF6">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语法分析程序</a:t>
                  </a:r>
                </a:p>
              </p:txBody>
            </p:sp>
            <p:sp>
              <p:nvSpPr>
                <p:cNvPr id="5147" name="AutoShape 48">
                  <a:extLst>
                    <a:ext uri="{FF2B5EF4-FFF2-40B4-BE49-F238E27FC236}">
                      <a16:creationId xmlns:a16="http://schemas.microsoft.com/office/drawing/2014/main" id="{2417B013-095C-4D50-BA1C-AA6F4FFA6113}"/>
                    </a:ext>
                  </a:extLst>
                </p:cNvPr>
                <p:cNvSpPr>
                  <a:spLocks noChangeArrowheads="1"/>
                </p:cNvSpPr>
                <p:nvPr/>
              </p:nvSpPr>
              <p:spPr bwMode="auto">
                <a:xfrm>
                  <a:off x="2465" y="1485"/>
                  <a:ext cx="826" cy="210"/>
                </a:xfrm>
                <a:prstGeom prst="downArrow">
                  <a:avLst>
                    <a:gd name="adj1" fmla="val 56778"/>
                    <a:gd name="adj2" fmla="val 56667"/>
                  </a:avLst>
                </a:prstGeom>
                <a:solidFill>
                  <a:srgbClr val="E0D1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endParaRPr kumimoji="1" lang="zh-CN" altLang="zh-CN" sz="1955">
                    <a:solidFill>
                      <a:srgbClr val="000000"/>
                    </a:solidFill>
                    <a:latin typeface="Times New Roman" panose="02020603050405020304" pitchFamily="18" charset="0"/>
                  </a:endParaRPr>
                </a:p>
              </p:txBody>
            </p:sp>
          </p:grpSp>
          <p:sp>
            <p:nvSpPr>
              <p:cNvPr id="5145" name="Rectangle 49">
                <a:extLst>
                  <a:ext uri="{FF2B5EF4-FFF2-40B4-BE49-F238E27FC236}">
                    <a16:creationId xmlns:a16="http://schemas.microsoft.com/office/drawing/2014/main" id="{5A8C4E91-E56A-4B76-B00C-9684357078D8}"/>
                  </a:ext>
                </a:extLst>
              </p:cNvPr>
              <p:cNvSpPr>
                <a:spLocks noChangeArrowheads="1"/>
              </p:cNvSpPr>
              <p:nvPr/>
            </p:nvSpPr>
            <p:spPr bwMode="auto">
              <a:xfrm>
                <a:off x="1437" y="1236"/>
                <a:ext cx="2882" cy="224"/>
              </a:xfrm>
              <a:prstGeom prst="rect">
                <a:avLst/>
              </a:prstGeom>
              <a:solidFill>
                <a:srgbClr val="D6DDF6">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词法分析程序</a:t>
                </a:r>
              </a:p>
            </p:txBody>
          </p:sp>
        </p:grpSp>
        <p:grpSp>
          <p:nvGrpSpPr>
            <p:cNvPr id="5127" name="Group 50">
              <a:extLst>
                <a:ext uri="{FF2B5EF4-FFF2-40B4-BE49-F238E27FC236}">
                  <a16:creationId xmlns:a16="http://schemas.microsoft.com/office/drawing/2014/main" id="{2B6E4178-B169-4983-98AE-CFC85A8D3740}"/>
                </a:ext>
              </a:extLst>
            </p:cNvPr>
            <p:cNvGrpSpPr>
              <a:grpSpLocks/>
            </p:cNvGrpSpPr>
            <p:nvPr/>
          </p:nvGrpSpPr>
          <p:grpSpPr bwMode="auto">
            <a:xfrm>
              <a:off x="362" y="1336"/>
              <a:ext cx="5080" cy="1856"/>
              <a:chOff x="362" y="1336"/>
              <a:chExt cx="5080" cy="1856"/>
            </a:xfrm>
          </p:grpSpPr>
          <p:sp>
            <p:nvSpPr>
              <p:cNvPr id="5128" name="Rectangle 51">
                <a:extLst>
                  <a:ext uri="{FF2B5EF4-FFF2-40B4-BE49-F238E27FC236}">
                    <a16:creationId xmlns:a16="http://schemas.microsoft.com/office/drawing/2014/main" id="{B9574D3A-A82D-4587-9B38-5A41E72E12B8}"/>
                  </a:ext>
                </a:extLst>
              </p:cNvPr>
              <p:cNvSpPr>
                <a:spLocks noChangeArrowheads="1"/>
              </p:cNvSpPr>
              <p:nvPr/>
            </p:nvSpPr>
            <p:spPr bwMode="auto">
              <a:xfrm>
                <a:off x="5156" y="1466"/>
                <a:ext cx="286" cy="1723"/>
              </a:xfrm>
              <a:prstGeom prst="rect">
                <a:avLst/>
              </a:prstGeom>
              <a:solidFill>
                <a:srgbClr val="FFFF00">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错</a:t>
                </a:r>
              </a:p>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误</a:t>
                </a:r>
              </a:p>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处</a:t>
                </a:r>
              </a:p>
              <a:p>
                <a:pPr algn="ctr" defTabSz="638367" eaLnBrk="1" fontAlgn="base" hangingPunct="1">
                  <a:spcBef>
                    <a:spcPct val="0"/>
                  </a:spcBef>
                  <a:spcAft>
                    <a:spcPct val="0"/>
                  </a:spcAft>
                  <a:buClrTx/>
                  <a:buSzTx/>
                  <a:buNone/>
                </a:pPr>
                <a:r>
                  <a:rPr kumimoji="1" lang="zh-CN" altLang="en-US" sz="1955">
                    <a:solidFill>
                      <a:srgbClr val="3333CC"/>
                    </a:solidFill>
                    <a:latin typeface="宋体" panose="02010600030101010101" pitchFamily="2" charset="-122"/>
                    <a:ea typeface="宋体" panose="02010600030101010101" pitchFamily="2" charset="-122"/>
                  </a:rPr>
                  <a:t>理</a:t>
                </a:r>
              </a:p>
            </p:txBody>
          </p:sp>
          <p:sp>
            <p:nvSpPr>
              <p:cNvPr id="5129" name="AutoShape 52">
                <a:extLst>
                  <a:ext uri="{FF2B5EF4-FFF2-40B4-BE49-F238E27FC236}">
                    <a16:creationId xmlns:a16="http://schemas.microsoft.com/office/drawing/2014/main" id="{523BD74A-A041-41EA-818A-1AB2C5D0253C}"/>
                  </a:ext>
                </a:extLst>
              </p:cNvPr>
              <p:cNvSpPr>
                <a:spLocks noChangeArrowheads="1"/>
              </p:cNvSpPr>
              <p:nvPr/>
            </p:nvSpPr>
            <p:spPr bwMode="auto">
              <a:xfrm flipH="1">
                <a:off x="4366" y="1736"/>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0" name="AutoShape 53">
                <a:extLst>
                  <a:ext uri="{FF2B5EF4-FFF2-40B4-BE49-F238E27FC236}">
                    <a16:creationId xmlns:a16="http://schemas.microsoft.com/office/drawing/2014/main" id="{E80198BA-A7A8-45F2-A161-DB965BE2E6FE}"/>
                  </a:ext>
                </a:extLst>
              </p:cNvPr>
              <p:cNvSpPr>
                <a:spLocks noChangeArrowheads="1"/>
              </p:cNvSpPr>
              <p:nvPr/>
            </p:nvSpPr>
            <p:spPr bwMode="auto">
              <a:xfrm flipH="1">
                <a:off x="4366" y="2197"/>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1" name="AutoShape 54">
                <a:extLst>
                  <a:ext uri="{FF2B5EF4-FFF2-40B4-BE49-F238E27FC236}">
                    <a16:creationId xmlns:a16="http://schemas.microsoft.com/office/drawing/2014/main" id="{C34E4901-5524-4CE4-A206-74E9F45B5E94}"/>
                  </a:ext>
                </a:extLst>
              </p:cNvPr>
              <p:cNvSpPr>
                <a:spLocks noChangeArrowheads="1"/>
              </p:cNvSpPr>
              <p:nvPr/>
            </p:nvSpPr>
            <p:spPr bwMode="auto">
              <a:xfrm flipH="1">
                <a:off x="4367" y="2625"/>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2" name="AutoShape 55">
                <a:extLst>
                  <a:ext uri="{FF2B5EF4-FFF2-40B4-BE49-F238E27FC236}">
                    <a16:creationId xmlns:a16="http://schemas.microsoft.com/office/drawing/2014/main" id="{9C5965AA-6F14-42BD-BC6C-6263654B6988}"/>
                  </a:ext>
                </a:extLst>
              </p:cNvPr>
              <p:cNvSpPr>
                <a:spLocks noChangeArrowheads="1"/>
              </p:cNvSpPr>
              <p:nvPr/>
            </p:nvSpPr>
            <p:spPr bwMode="auto">
              <a:xfrm rot="20871196" flipH="1">
                <a:off x="4366" y="3034"/>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grpSp>
            <p:nvGrpSpPr>
              <p:cNvPr id="5133" name="Group 56">
                <a:extLst>
                  <a:ext uri="{FF2B5EF4-FFF2-40B4-BE49-F238E27FC236}">
                    <a16:creationId xmlns:a16="http://schemas.microsoft.com/office/drawing/2014/main" id="{C762D43A-D175-42B2-8374-B301519422FC}"/>
                  </a:ext>
                </a:extLst>
              </p:cNvPr>
              <p:cNvGrpSpPr>
                <a:grpSpLocks/>
              </p:cNvGrpSpPr>
              <p:nvPr/>
            </p:nvGrpSpPr>
            <p:grpSpPr bwMode="auto">
              <a:xfrm>
                <a:off x="362" y="1336"/>
                <a:ext cx="1021" cy="1856"/>
                <a:chOff x="362" y="1336"/>
                <a:chExt cx="1021" cy="1856"/>
              </a:xfrm>
            </p:grpSpPr>
            <p:sp>
              <p:nvSpPr>
                <p:cNvPr id="5135" name="AutoShape 57">
                  <a:extLst>
                    <a:ext uri="{FF2B5EF4-FFF2-40B4-BE49-F238E27FC236}">
                      <a16:creationId xmlns:a16="http://schemas.microsoft.com/office/drawing/2014/main" id="{8E073372-3557-4C92-86D1-B30CD3F8F313}"/>
                    </a:ext>
                  </a:extLst>
                </p:cNvPr>
                <p:cNvSpPr>
                  <a:spLocks noChangeArrowheads="1"/>
                </p:cNvSpPr>
                <p:nvPr/>
              </p:nvSpPr>
              <p:spPr bwMode="auto">
                <a:xfrm>
                  <a:off x="716" y="1752"/>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6" name="AutoShape 58">
                  <a:extLst>
                    <a:ext uri="{FF2B5EF4-FFF2-40B4-BE49-F238E27FC236}">
                      <a16:creationId xmlns:a16="http://schemas.microsoft.com/office/drawing/2014/main" id="{461AFEA4-98BB-41AB-9C3B-56AC1E5D0428}"/>
                    </a:ext>
                  </a:extLst>
                </p:cNvPr>
                <p:cNvSpPr>
                  <a:spLocks noChangeArrowheads="1"/>
                </p:cNvSpPr>
                <p:nvPr/>
              </p:nvSpPr>
              <p:spPr bwMode="auto">
                <a:xfrm>
                  <a:off x="716" y="2197"/>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7" name="AutoShape 59">
                  <a:extLst>
                    <a:ext uri="{FF2B5EF4-FFF2-40B4-BE49-F238E27FC236}">
                      <a16:creationId xmlns:a16="http://schemas.microsoft.com/office/drawing/2014/main" id="{67BA550E-93A2-4BB7-B6FA-4AFA24E815D7}"/>
                    </a:ext>
                  </a:extLst>
                </p:cNvPr>
                <p:cNvSpPr>
                  <a:spLocks noChangeArrowheads="1"/>
                </p:cNvSpPr>
                <p:nvPr/>
              </p:nvSpPr>
              <p:spPr bwMode="auto">
                <a:xfrm>
                  <a:off x="715" y="2641"/>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8" name="AutoShape 60">
                  <a:extLst>
                    <a:ext uri="{FF2B5EF4-FFF2-40B4-BE49-F238E27FC236}">
                      <a16:creationId xmlns:a16="http://schemas.microsoft.com/office/drawing/2014/main" id="{4B30BB4B-56F6-4FB2-A791-33AB463CE986}"/>
                    </a:ext>
                  </a:extLst>
                </p:cNvPr>
                <p:cNvSpPr>
                  <a:spLocks noChangeArrowheads="1"/>
                </p:cNvSpPr>
                <p:nvPr/>
              </p:nvSpPr>
              <p:spPr bwMode="auto">
                <a:xfrm rot="728804">
                  <a:off x="716" y="3050"/>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sp>
              <p:nvSpPr>
                <p:cNvPr id="5139" name="Rectangle 61">
                  <a:extLst>
                    <a:ext uri="{FF2B5EF4-FFF2-40B4-BE49-F238E27FC236}">
                      <a16:creationId xmlns:a16="http://schemas.microsoft.com/office/drawing/2014/main" id="{46AD9612-4225-41CA-BD48-496CC88C68ED}"/>
                    </a:ext>
                  </a:extLst>
                </p:cNvPr>
                <p:cNvSpPr>
                  <a:spLocks noChangeArrowheads="1"/>
                </p:cNvSpPr>
                <p:nvPr/>
              </p:nvSpPr>
              <p:spPr bwMode="auto">
                <a:xfrm>
                  <a:off x="362" y="1488"/>
                  <a:ext cx="286" cy="1641"/>
                </a:xfrm>
                <a:prstGeom prst="rect">
                  <a:avLst/>
                </a:prstGeom>
                <a:solidFill>
                  <a:srgbClr val="FFFF00">
                    <a:alpha val="30196"/>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eaLnBrk="1" fontAlgn="base" hangingPunct="1">
                    <a:spcBef>
                      <a:spcPct val="0"/>
                    </a:spcBef>
                    <a:spcAft>
                      <a:spcPct val="0"/>
                    </a:spcAft>
                    <a:buClrTx/>
                    <a:buSzTx/>
                    <a:buNone/>
                  </a:pPr>
                  <a:r>
                    <a:rPr kumimoji="1" lang="zh-CN" altLang="en-US" sz="1800">
                      <a:solidFill>
                        <a:srgbClr val="3333CC"/>
                      </a:solidFill>
                      <a:latin typeface="宋体" panose="02010600030101010101" pitchFamily="2" charset="-122"/>
                      <a:ea typeface="宋体" panose="02010600030101010101" pitchFamily="2" charset="-122"/>
                    </a:rPr>
                    <a:t>符</a:t>
                  </a:r>
                </a:p>
                <a:p>
                  <a:pPr algn="ctr" defTabSz="638367" eaLnBrk="1" fontAlgn="base" hangingPunct="1">
                    <a:spcBef>
                      <a:spcPct val="0"/>
                    </a:spcBef>
                    <a:spcAft>
                      <a:spcPct val="0"/>
                    </a:spcAft>
                    <a:buClrTx/>
                    <a:buSzTx/>
                    <a:buNone/>
                  </a:pPr>
                  <a:r>
                    <a:rPr kumimoji="1" lang="zh-CN" altLang="en-US" sz="1800">
                      <a:solidFill>
                        <a:srgbClr val="3333CC"/>
                      </a:solidFill>
                      <a:latin typeface="宋体" panose="02010600030101010101" pitchFamily="2" charset="-122"/>
                      <a:ea typeface="宋体" panose="02010600030101010101" pitchFamily="2" charset="-122"/>
                    </a:rPr>
                    <a:t>号</a:t>
                  </a:r>
                </a:p>
                <a:p>
                  <a:pPr algn="ctr" defTabSz="638367" eaLnBrk="1" fontAlgn="base" hangingPunct="1">
                    <a:spcBef>
                      <a:spcPct val="0"/>
                    </a:spcBef>
                    <a:spcAft>
                      <a:spcPct val="0"/>
                    </a:spcAft>
                    <a:buClrTx/>
                    <a:buSzTx/>
                    <a:buNone/>
                  </a:pPr>
                  <a:r>
                    <a:rPr kumimoji="1" lang="zh-CN" altLang="en-US" sz="1800">
                      <a:solidFill>
                        <a:srgbClr val="3333CC"/>
                      </a:solidFill>
                      <a:latin typeface="宋体" panose="02010600030101010101" pitchFamily="2" charset="-122"/>
                      <a:ea typeface="宋体" panose="02010600030101010101" pitchFamily="2" charset="-122"/>
                    </a:rPr>
                    <a:t>表</a:t>
                  </a:r>
                </a:p>
                <a:p>
                  <a:pPr algn="ctr" defTabSz="638367" eaLnBrk="1" fontAlgn="base" hangingPunct="1">
                    <a:spcBef>
                      <a:spcPct val="0"/>
                    </a:spcBef>
                    <a:spcAft>
                      <a:spcPct val="0"/>
                    </a:spcAft>
                    <a:buClrTx/>
                    <a:buSzTx/>
                    <a:buNone/>
                  </a:pPr>
                  <a:r>
                    <a:rPr kumimoji="1" lang="zh-CN" altLang="en-US" sz="1800">
                      <a:solidFill>
                        <a:srgbClr val="3333CC"/>
                      </a:solidFill>
                      <a:latin typeface="宋体" panose="02010600030101010101" pitchFamily="2" charset="-122"/>
                      <a:ea typeface="宋体" panose="02010600030101010101" pitchFamily="2" charset="-122"/>
                    </a:rPr>
                    <a:t>管</a:t>
                  </a:r>
                </a:p>
                <a:p>
                  <a:pPr algn="ctr" defTabSz="638367" eaLnBrk="1" fontAlgn="base" hangingPunct="1">
                    <a:spcBef>
                      <a:spcPct val="0"/>
                    </a:spcBef>
                    <a:spcAft>
                      <a:spcPct val="0"/>
                    </a:spcAft>
                    <a:buClrTx/>
                    <a:buSzTx/>
                    <a:buNone/>
                  </a:pPr>
                  <a:r>
                    <a:rPr kumimoji="1" lang="zh-CN" altLang="en-US" sz="1800">
                      <a:solidFill>
                        <a:srgbClr val="3333CC"/>
                      </a:solidFill>
                      <a:latin typeface="宋体" panose="02010600030101010101" pitchFamily="2" charset="-122"/>
                      <a:ea typeface="宋体" panose="02010600030101010101" pitchFamily="2" charset="-122"/>
                    </a:rPr>
                    <a:t>理</a:t>
                  </a:r>
                </a:p>
              </p:txBody>
            </p:sp>
            <p:sp>
              <p:nvSpPr>
                <p:cNvPr id="5140" name="AutoShape 62">
                  <a:extLst>
                    <a:ext uri="{FF2B5EF4-FFF2-40B4-BE49-F238E27FC236}">
                      <a16:creationId xmlns:a16="http://schemas.microsoft.com/office/drawing/2014/main" id="{E4145E3B-2B4E-4D28-A495-E03EC33E031D}"/>
                    </a:ext>
                  </a:extLst>
                </p:cNvPr>
                <p:cNvSpPr>
                  <a:spLocks noChangeArrowheads="1"/>
                </p:cNvSpPr>
                <p:nvPr/>
              </p:nvSpPr>
              <p:spPr bwMode="auto">
                <a:xfrm rot="-1080848">
                  <a:off x="716" y="1336"/>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grpSp>
          <p:sp>
            <p:nvSpPr>
              <p:cNvPr id="5134" name="AutoShape 63">
                <a:extLst>
                  <a:ext uri="{FF2B5EF4-FFF2-40B4-BE49-F238E27FC236}">
                    <a16:creationId xmlns:a16="http://schemas.microsoft.com/office/drawing/2014/main" id="{365A0E3A-7230-46FE-9A5A-F1EB1F289506}"/>
                  </a:ext>
                </a:extLst>
              </p:cNvPr>
              <p:cNvSpPr>
                <a:spLocks noChangeArrowheads="1"/>
              </p:cNvSpPr>
              <p:nvPr/>
            </p:nvSpPr>
            <p:spPr bwMode="auto">
              <a:xfrm rot="1080848" flipH="1">
                <a:off x="4366" y="1336"/>
                <a:ext cx="667" cy="142"/>
              </a:xfrm>
              <a:prstGeom prst="rightArrow">
                <a:avLst>
                  <a:gd name="adj1" fmla="val 50000"/>
                  <a:gd name="adj2" fmla="val 117430"/>
                </a:avLst>
              </a:prstGeom>
              <a:solidFill>
                <a:srgbClr val="0000FF">
                  <a:alpha val="30196"/>
                </a:srgbClr>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endParaRPr lang="zh-CN" altLang="en-US" sz="2234" b="0">
                  <a:solidFill>
                    <a:srgbClr val="000000"/>
                  </a:solidFill>
                  <a:ea typeface="宋体" panose="02010600030101010101" pitchFamily="2" charset="-122"/>
                </a:endParaRPr>
              </a:p>
            </p:txBody>
          </p:sp>
        </p:grpSp>
      </p:gr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5C18347B-B99C-4F0D-B835-FC17A1197544}"/>
              </a:ext>
            </a:extLst>
          </p:cNvPr>
          <p:cNvSpPr>
            <a:spLocks noGrp="1" noChangeArrowheads="1"/>
          </p:cNvSpPr>
          <p:nvPr>
            <p:ph type="title"/>
          </p:nvPr>
        </p:nvSpPr>
        <p:spPr/>
        <p:txBody>
          <a:bodyPr/>
          <a:lstStyle/>
          <a:p>
            <a:pPr eaLnBrk="1" hangingPunct="1">
              <a:defRPr/>
            </a:pPr>
            <a:r>
              <a:rPr lang="zh-CN" altLang="en-US" sz="3351">
                <a:solidFill>
                  <a:schemeClr val="tx2"/>
                </a:solidFill>
                <a:latin typeface="隶书" pitchFamily="49" charset="-122"/>
              </a:rPr>
              <a:t>第九章 运行时存储分配</a:t>
            </a:r>
          </a:p>
        </p:txBody>
      </p:sp>
      <p:sp>
        <p:nvSpPr>
          <p:cNvPr id="6146" name="灯片编号占位符 5">
            <a:extLst>
              <a:ext uri="{FF2B5EF4-FFF2-40B4-BE49-F238E27FC236}">
                <a16:creationId xmlns:a16="http://schemas.microsoft.com/office/drawing/2014/main" id="{DF5BBFA6-791D-4774-B844-46ACD7AAD32F}"/>
              </a:ext>
            </a:extLst>
          </p:cNvPr>
          <p:cNvSpPr>
            <a:spLocks noGrp="1"/>
          </p:cNvSpPr>
          <p:nvPr>
            <p:ph type="sldNum" sz="quarter" idx="12"/>
          </p:nvPr>
        </p:nvSpPr>
        <p:spPr>
          <a:noFill/>
        </p:spPr>
        <p:txBody>
          <a:bodyPr/>
          <a:lstStyle>
            <a:lvl1pPr eaLnBrk="0" hangingPunct="0">
              <a:spcBef>
                <a:spcPct val="20000"/>
              </a:spcBef>
              <a:buClr>
                <a:schemeClr val="bg2"/>
              </a:buClr>
              <a:buSzPct val="75000"/>
              <a:buFont typeface="Wingdings" panose="05000000000000000000" pitchFamily="2" charset="2"/>
              <a:buChar char="p"/>
              <a:defRPr sz="1955" b="1">
                <a:solidFill>
                  <a:schemeClr val="tx1"/>
                </a:solidFill>
                <a:latin typeface="Verdana" panose="020B0604030504040204" pitchFamily="34" charset="0"/>
                <a:ea typeface="楷体_GB2312" pitchFamily="1" charset="-122"/>
              </a:defRPr>
            </a:lvl1pPr>
            <a:lvl2pPr marL="518672" indent="-199490" eaLnBrk="0" hangingPunct="0">
              <a:spcBef>
                <a:spcPct val="20000"/>
              </a:spcBef>
              <a:buClr>
                <a:schemeClr val="tx2"/>
              </a:buClr>
              <a:buSzPct val="75000"/>
              <a:buFont typeface="Wingdings" panose="05000000000000000000" pitchFamily="2" charset="2"/>
              <a:buChar char="n"/>
              <a:defRPr sz="1676" b="1">
                <a:solidFill>
                  <a:schemeClr val="tx1"/>
                </a:solidFill>
                <a:latin typeface="Verdana" panose="020B0604030504040204" pitchFamily="34" charset="0"/>
                <a:ea typeface="楷体_GB2312" pitchFamily="1" charset="-122"/>
              </a:defRPr>
            </a:lvl2pPr>
            <a:lvl3pPr marL="797958" indent="-159592" eaLnBrk="0" hangingPunct="0">
              <a:spcBef>
                <a:spcPct val="20000"/>
              </a:spcBef>
              <a:buClr>
                <a:schemeClr val="accent1"/>
              </a:buClr>
              <a:buSzPct val="65000"/>
              <a:buFont typeface="Wingdings" panose="05000000000000000000" pitchFamily="2" charset="2"/>
              <a:buChar char="p"/>
              <a:defRPr sz="1396" b="1">
                <a:solidFill>
                  <a:schemeClr val="tx1"/>
                </a:solidFill>
                <a:latin typeface="Verdana" panose="020B0604030504040204" pitchFamily="34" charset="0"/>
                <a:ea typeface="楷体_GB2312" pitchFamily="1" charset="-122"/>
              </a:defRPr>
            </a:lvl3pPr>
            <a:lvl4pPr marL="1117141" indent="-159592"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1436325" indent="-159592"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1755509" indent="-159592"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074692" indent="-159592"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2393875" indent="-159592"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2713059" indent="-159592"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defTabSz="638367" eaLnBrk="1" fontAlgn="base" hangingPunct="1">
              <a:spcBef>
                <a:spcPct val="0"/>
              </a:spcBef>
              <a:spcAft>
                <a:spcPct val="0"/>
              </a:spcAft>
              <a:buClrTx/>
              <a:buSzTx/>
              <a:buNone/>
            </a:pPr>
            <a:fld id="{EEED8431-FDBC-4079-A863-87995E834E27}" type="slidenum">
              <a:rPr lang="en-US" altLang="zh-CN" sz="977" b="0">
                <a:solidFill>
                  <a:srgbClr val="000000"/>
                </a:solidFill>
                <a:ea typeface="宋体" panose="02010600030101010101" pitchFamily="2" charset="-122"/>
              </a:rPr>
              <a:pPr defTabSz="638367" eaLnBrk="1" fontAlgn="base" hangingPunct="1">
                <a:spcBef>
                  <a:spcPct val="0"/>
                </a:spcBef>
                <a:spcAft>
                  <a:spcPct val="0"/>
                </a:spcAft>
                <a:buClrTx/>
                <a:buSzTx/>
                <a:buNone/>
              </a:pPr>
              <a:t>3</a:t>
            </a:fld>
            <a:endParaRPr lang="en-US" altLang="zh-CN" sz="977" b="0">
              <a:solidFill>
                <a:srgbClr val="000000"/>
              </a:solidFill>
              <a:ea typeface="宋体" panose="02010600030101010101" pitchFamily="2" charset="-122"/>
            </a:endParaRPr>
          </a:p>
        </p:txBody>
      </p:sp>
      <p:sp>
        <p:nvSpPr>
          <p:cNvPr id="6148" name="Rectangle 3">
            <a:extLst>
              <a:ext uri="{FF2B5EF4-FFF2-40B4-BE49-F238E27FC236}">
                <a16:creationId xmlns:a16="http://schemas.microsoft.com/office/drawing/2014/main" id="{1D8AAF3A-7664-4375-B8EE-553C158011E6}"/>
              </a:ext>
            </a:extLst>
          </p:cNvPr>
          <p:cNvSpPr>
            <a:spLocks noChangeArrowheads="1"/>
          </p:cNvSpPr>
          <p:nvPr/>
        </p:nvSpPr>
        <p:spPr bwMode="auto">
          <a:xfrm>
            <a:off x="3671003" y="2313351"/>
            <a:ext cx="5213760" cy="5852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fontAlgn="base">
              <a:spcBef>
                <a:spcPct val="0"/>
              </a:spcBef>
              <a:spcAft>
                <a:spcPct val="0"/>
              </a:spcAft>
              <a:buClrTx/>
              <a:buSzTx/>
              <a:buNone/>
            </a:pPr>
            <a:r>
              <a:rPr kumimoji="1" lang="zh-CN" altLang="en-US" sz="3351">
                <a:solidFill>
                  <a:srgbClr val="000000"/>
                </a:solidFill>
                <a:latin typeface="宋体" panose="02010600030101010101" pitchFamily="2" charset="-122"/>
                <a:ea typeface="宋体" panose="02010600030101010101" pitchFamily="2" charset="-122"/>
              </a:rPr>
              <a:t>教学目标</a:t>
            </a:r>
            <a:endParaRPr kumimoji="1" lang="zh-CN" altLang="en-US" sz="3072">
              <a:solidFill>
                <a:srgbClr val="000000"/>
              </a:solidFill>
              <a:latin typeface="宋体" panose="02010600030101010101" pitchFamily="2" charset="-122"/>
              <a:ea typeface="宋体" panose="02010600030101010101" pitchFamily="2" charset="-122"/>
            </a:endParaRPr>
          </a:p>
        </p:txBody>
      </p:sp>
      <p:sp>
        <p:nvSpPr>
          <p:cNvPr id="164868" name="Rectangle 4">
            <a:extLst>
              <a:ext uri="{FF2B5EF4-FFF2-40B4-BE49-F238E27FC236}">
                <a16:creationId xmlns:a16="http://schemas.microsoft.com/office/drawing/2014/main" id="{89E88140-8D4C-4D69-858B-91B2FF6E274F}"/>
              </a:ext>
            </a:extLst>
          </p:cNvPr>
          <p:cNvSpPr>
            <a:spLocks noChangeArrowheads="1"/>
          </p:cNvSpPr>
          <p:nvPr/>
        </p:nvSpPr>
        <p:spPr bwMode="auto">
          <a:xfrm>
            <a:off x="3458197" y="3058170"/>
            <a:ext cx="6150859" cy="2660082"/>
          </a:xfrm>
          <a:prstGeom prst="rect">
            <a:avLst/>
          </a:prstGeom>
          <a:solidFill>
            <a:srgbClr val="CCCCFF">
              <a:alpha val="32156"/>
            </a:srgbClr>
          </a:solidFill>
          <a:ln w="9525">
            <a:solidFill>
              <a:srgbClr val="0037E8"/>
            </a:solidFill>
            <a:miter lim="800000"/>
            <a:headEnd/>
            <a:tailEnd/>
          </a:ln>
          <a:effectLst/>
          <a:extLst>
            <a:ext uri="{AF507438-7753-43E0-B8FC-AC1667EBCBE1}">
              <a14:hiddenEffects xmlns:a14="http://schemas.microsoft.com/office/drawing/2010/main">
                <a:effectLst>
                  <a:outerShdw dist="107763" dir="18900000" algn="ctr" rotWithShape="0">
                    <a:srgbClr val="808080"/>
                  </a:outerShdw>
                </a:effectLst>
              </a14:hiddenEffects>
            </a:ext>
          </a:extLst>
        </p:spPr>
        <p:txBody>
          <a:bodyPr/>
          <a:lstStyle>
            <a:lvl1pPr marL="457200" indent="-457200"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914400" indent="-45720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371600" indent="-4572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828800" indent="-4572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286000" indent="-4572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7432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32004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6576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41148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marL="319183" indent="-319183" defTabSz="638367" fontAlgn="base">
              <a:spcBef>
                <a:spcPct val="30000"/>
              </a:spcBef>
              <a:spcAft>
                <a:spcPct val="0"/>
              </a:spcAft>
              <a:buClrTx/>
              <a:buSzTx/>
              <a:buFontTx/>
              <a:buAutoNum type="arabicPeriod"/>
            </a:pPr>
            <a:r>
              <a:rPr kumimoji="1" lang="zh-CN" altLang="en-US" sz="1955">
                <a:solidFill>
                  <a:srgbClr val="000000"/>
                </a:solidFill>
                <a:latin typeface="宋体" panose="02010600030101010101" pitchFamily="2" charset="-122"/>
                <a:ea typeface="宋体" panose="02010600030101010101" pitchFamily="2" charset="-122"/>
              </a:rPr>
              <a:t>了解静态存储分配和动态存储分配</a:t>
            </a: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r>
              <a:rPr kumimoji="1" lang="zh-CN" altLang="en-US" sz="1955">
                <a:solidFill>
                  <a:srgbClr val="000000"/>
                </a:solidFill>
                <a:latin typeface="宋体" panose="02010600030101010101" pitchFamily="2" charset="-122"/>
                <a:ea typeface="宋体" panose="02010600030101010101" pitchFamily="2" charset="-122"/>
              </a:rPr>
              <a:t>了解活动记录概念和一般形式</a:t>
            </a: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r>
              <a:rPr kumimoji="1" lang="zh-CN" altLang="en-US" sz="1955">
                <a:solidFill>
                  <a:srgbClr val="000000"/>
                </a:solidFill>
                <a:latin typeface="宋体" panose="02010600030101010101" pitchFamily="2" charset="-122"/>
                <a:ea typeface="宋体" panose="02010600030101010101" pitchFamily="2" charset="-122"/>
              </a:rPr>
              <a:t>熟悉静态存储分配的两种常用方法：顺序分配法和层次分配法</a:t>
            </a: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r>
              <a:rPr kumimoji="1" lang="zh-CN" altLang="en-US" sz="1955">
                <a:solidFill>
                  <a:srgbClr val="000000"/>
                </a:solidFill>
                <a:latin typeface="宋体" panose="02010600030101010101" pitchFamily="2" charset="-122"/>
                <a:ea typeface="宋体" panose="02010600030101010101" pitchFamily="2" charset="-122"/>
              </a:rPr>
              <a:t>了解栈式存储分配和堆式存储分配</a:t>
            </a: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r>
              <a:rPr kumimoji="1" lang="zh-CN" altLang="en-US" sz="1955">
                <a:solidFill>
                  <a:srgbClr val="000000"/>
                </a:solidFill>
                <a:latin typeface="宋体" panose="02010600030101010101" pitchFamily="2" charset="-122"/>
                <a:ea typeface="宋体" panose="02010600030101010101" pitchFamily="2" charset="-122"/>
              </a:rPr>
              <a:t>熟悉调用序列和返回序列</a:t>
            </a: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r>
              <a:rPr kumimoji="1" lang="zh-CN" altLang="en-US" sz="1955">
                <a:solidFill>
                  <a:srgbClr val="000000"/>
                </a:solidFill>
                <a:latin typeface="宋体" panose="02010600030101010101" pitchFamily="2" charset="-122"/>
                <a:ea typeface="宋体" panose="02010600030101010101" pitchFamily="2" charset="-122"/>
              </a:rPr>
              <a:t>熟悉非局部数据访问方法</a:t>
            </a: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endParaRPr kumimoji="1" lang="en-US" altLang="zh-CN" sz="1955">
              <a:solidFill>
                <a:srgbClr val="000000"/>
              </a:solidFill>
              <a:latin typeface="宋体" panose="02010600030101010101" pitchFamily="2" charset="-122"/>
              <a:ea typeface="宋体" panose="02010600030101010101" pitchFamily="2" charset="-122"/>
            </a:endParaRPr>
          </a:p>
          <a:p>
            <a:pPr marL="319183" indent="-319183" defTabSz="638367" fontAlgn="base">
              <a:spcBef>
                <a:spcPct val="30000"/>
              </a:spcBef>
              <a:spcAft>
                <a:spcPct val="0"/>
              </a:spcAft>
              <a:buClrTx/>
              <a:buSzTx/>
              <a:buFontTx/>
              <a:buAutoNum type="arabicPeriod"/>
            </a:pPr>
            <a:endParaRPr kumimoji="1" lang="en-US" altLang="zh-CN" sz="1955">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0476246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8">
                                            <p:bg/>
                                          </p:spTgt>
                                        </p:tgtEl>
                                        <p:attrNameLst>
                                          <p:attrName>style.visibility</p:attrName>
                                        </p:attrNameLst>
                                      </p:cBhvr>
                                      <p:to>
                                        <p:strVal val="visible"/>
                                      </p:to>
                                    </p:set>
                                    <p:animEffect transition="in" filter="blinds(horizontal)">
                                      <p:cBhvr>
                                        <p:cTn id="7" dur="500"/>
                                        <p:tgtEl>
                                          <p:spTgt spid="164868">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868">
                                            <p:txEl>
                                              <p:pRg st="0" end="0"/>
                                            </p:txEl>
                                          </p:spTgt>
                                        </p:tgtEl>
                                        <p:attrNameLst>
                                          <p:attrName>style.visibility</p:attrName>
                                        </p:attrNameLst>
                                      </p:cBhvr>
                                      <p:to>
                                        <p:strVal val="visible"/>
                                      </p:to>
                                    </p:set>
                                    <p:animEffect transition="in" filter="blinds(horizontal)">
                                      <p:cBhvr>
                                        <p:cTn id="12" dur="500"/>
                                        <p:tgtEl>
                                          <p:spTgt spid="1648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4868">
                                            <p:txEl>
                                              <p:pRg st="1" end="1"/>
                                            </p:txEl>
                                          </p:spTgt>
                                        </p:tgtEl>
                                        <p:attrNameLst>
                                          <p:attrName>style.visibility</p:attrName>
                                        </p:attrNameLst>
                                      </p:cBhvr>
                                      <p:to>
                                        <p:strVal val="visible"/>
                                      </p:to>
                                    </p:set>
                                    <p:animEffect transition="in" filter="blinds(horizontal)">
                                      <p:cBhvr>
                                        <p:cTn id="17" dur="500"/>
                                        <p:tgtEl>
                                          <p:spTgt spid="16486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4868">
                                            <p:txEl>
                                              <p:pRg st="2" end="2"/>
                                            </p:txEl>
                                          </p:spTgt>
                                        </p:tgtEl>
                                        <p:attrNameLst>
                                          <p:attrName>style.visibility</p:attrName>
                                        </p:attrNameLst>
                                      </p:cBhvr>
                                      <p:to>
                                        <p:strVal val="visible"/>
                                      </p:to>
                                    </p:set>
                                    <p:animEffect transition="in" filter="blinds(horizontal)">
                                      <p:cBhvr>
                                        <p:cTn id="22" dur="500"/>
                                        <p:tgtEl>
                                          <p:spTgt spid="16486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4868">
                                            <p:txEl>
                                              <p:pRg st="3" end="3"/>
                                            </p:txEl>
                                          </p:spTgt>
                                        </p:tgtEl>
                                        <p:attrNameLst>
                                          <p:attrName>style.visibility</p:attrName>
                                        </p:attrNameLst>
                                      </p:cBhvr>
                                      <p:to>
                                        <p:strVal val="visible"/>
                                      </p:to>
                                    </p:set>
                                    <p:animEffect transition="in" filter="blinds(horizontal)">
                                      <p:cBhvr>
                                        <p:cTn id="27" dur="500"/>
                                        <p:tgtEl>
                                          <p:spTgt spid="16486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4868">
                                            <p:txEl>
                                              <p:pRg st="4" end="4"/>
                                            </p:txEl>
                                          </p:spTgt>
                                        </p:tgtEl>
                                        <p:attrNameLst>
                                          <p:attrName>style.visibility</p:attrName>
                                        </p:attrNameLst>
                                      </p:cBhvr>
                                      <p:to>
                                        <p:strVal val="visible"/>
                                      </p:to>
                                    </p:set>
                                    <p:animEffect transition="in" filter="blinds(horizontal)">
                                      <p:cBhvr>
                                        <p:cTn id="32" dur="500"/>
                                        <p:tgtEl>
                                          <p:spTgt spid="16486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4868">
                                            <p:txEl>
                                              <p:pRg st="5" end="5"/>
                                            </p:txEl>
                                          </p:spTgt>
                                        </p:tgtEl>
                                        <p:attrNameLst>
                                          <p:attrName>style.visibility</p:attrName>
                                        </p:attrNameLst>
                                      </p:cBhvr>
                                      <p:to>
                                        <p:strVal val="visible"/>
                                      </p:to>
                                    </p:set>
                                    <p:animEffect transition="in" filter="blinds(horizontal)">
                                      <p:cBhvr>
                                        <p:cTn id="37" dur="500"/>
                                        <p:tgtEl>
                                          <p:spTgt spid="1648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build="p"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10" name="Rectangle 6">
            <a:extLst>
              <a:ext uri="{FF2B5EF4-FFF2-40B4-BE49-F238E27FC236}">
                <a16:creationId xmlns:a16="http://schemas.microsoft.com/office/drawing/2014/main" id="{0E04DEB3-636F-41F6-BED6-5A37D8B949DC}"/>
              </a:ext>
            </a:extLst>
          </p:cNvPr>
          <p:cNvSpPr>
            <a:spLocks noChangeArrowheads="1"/>
          </p:cNvSpPr>
          <p:nvPr/>
        </p:nvSpPr>
        <p:spPr bwMode="auto">
          <a:xfrm>
            <a:off x="3692376" y="2843504"/>
            <a:ext cx="5266961" cy="3085695"/>
          </a:xfrm>
          <a:prstGeom prst="rect">
            <a:avLst/>
          </a:prstGeom>
          <a:solidFill>
            <a:srgbClr val="CCCCFF">
              <a:alpha val="27058"/>
            </a:srgbClr>
          </a:solidFill>
          <a:ln w="9525">
            <a:solidFill>
              <a:srgbClr val="0037E8"/>
            </a:solidFill>
            <a:miter lim="800000"/>
            <a:headEnd/>
            <a:tailEnd/>
          </a:ln>
          <a:effectLst/>
          <a:extLst>
            <a:ext uri="{AF507438-7753-43E0-B8FC-AC1667EBCBE1}">
              <a14:hiddenEffects xmlns:a14="http://schemas.microsoft.com/office/drawing/2010/main">
                <a:effectLst>
                  <a:outerShdw dist="107763" dir="18900000" algn="ctr" rotWithShape="0">
                    <a:srgbClr val="808080"/>
                  </a:outerShdw>
                </a:effectLst>
              </a14:hiddenEffects>
            </a:ext>
          </a:extLst>
        </p:spPr>
        <p:txBody>
          <a:bodyPr/>
          <a:lstStyle>
            <a:lvl1pPr marL="457200" indent="-457200"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914400" indent="-45720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371600" indent="-4572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828800" indent="-4572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286000" indent="-4572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7432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32004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6576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4114800" indent="-4572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marL="351855" indent="-319183" defTabSz="638367" eaLnBrk="1" fontAlgn="base" hangingPunct="1">
              <a:lnSpc>
                <a:spcPct val="150000"/>
              </a:lnSpc>
              <a:spcBef>
                <a:spcPts val="0"/>
              </a:spcBef>
              <a:spcAft>
                <a:spcPct val="0"/>
              </a:spcAft>
              <a:buClrTx/>
              <a:buSzTx/>
              <a:buNone/>
            </a:pPr>
            <a:r>
              <a:rPr kumimoji="1" lang="en-US" altLang="zh-CN" sz="2234">
                <a:solidFill>
                  <a:srgbClr val="000000"/>
                </a:solidFill>
                <a:latin typeface="宋体" panose="02010600030101010101" pitchFamily="2" charset="-122"/>
                <a:ea typeface="宋体" panose="02010600030101010101" pitchFamily="2" charset="-122"/>
              </a:rPr>
              <a:t>9.1 </a:t>
            </a:r>
            <a:r>
              <a:rPr kumimoji="1" lang="zh-CN" altLang="en-US" sz="2234">
                <a:solidFill>
                  <a:srgbClr val="000000"/>
                </a:solidFill>
                <a:latin typeface="宋体" panose="02010600030101010101" pitchFamily="2" charset="-122"/>
                <a:ea typeface="宋体" panose="02010600030101010101" pitchFamily="2" charset="-122"/>
              </a:rPr>
              <a:t>运行存储分配概述</a:t>
            </a:r>
            <a:endParaRPr kumimoji="1" lang="en-US" altLang="zh-CN" sz="2234">
              <a:solidFill>
                <a:srgbClr val="000000"/>
              </a:solidFill>
              <a:latin typeface="宋体" panose="02010600030101010101" pitchFamily="2" charset="-122"/>
              <a:ea typeface="宋体" panose="02010600030101010101" pitchFamily="2" charset="-122"/>
            </a:endParaRPr>
          </a:p>
          <a:p>
            <a:pPr marL="351855" indent="-319183" defTabSz="638367" eaLnBrk="1" fontAlgn="base" hangingPunct="1">
              <a:lnSpc>
                <a:spcPct val="150000"/>
              </a:lnSpc>
              <a:spcBef>
                <a:spcPts val="0"/>
              </a:spcBef>
              <a:spcAft>
                <a:spcPct val="0"/>
              </a:spcAft>
              <a:buClrTx/>
              <a:buSzTx/>
              <a:buNone/>
            </a:pPr>
            <a:r>
              <a:rPr kumimoji="1" lang="en-US" altLang="zh-CN" sz="2234">
                <a:solidFill>
                  <a:srgbClr val="000000"/>
                </a:solidFill>
                <a:latin typeface="宋体" panose="02010600030101010101" pitchFamily="2" charset="-122"/>
                <a:ea typeface="宋体" panose="02010600030101010101" pitchFamily="2" charset="-122"/>
              </a:rPr>
              <a:t>9.2 </a:t>
            </a:r>
            <a:r>
              <a:rPr kumimoji="1" lang="zh-CN" altLang="en-US" sz="2234">
                <a:solidFill>
                  <a:srgbClr val="000000"/>
                </a:solidFill>
                <a:latin typeface="宋体" panose="02010600030101010101" pitchFamily="2" charset="-122"/>
                <a:ea typeface="宋体" panose="02010600030101010101" pitchFamily="2" charset="-122"/>
              </a:rPr>
              <a:t>静态存储分配</a:t>
            </a:r>
            <a:endParaRPr kumimoji="1" lang="en-US" altLang="zh-CN" sz="2234">
              <a:solidFill>
                <a:srgbClr val="000000"/>
              </a:solidFill>
              <a:latin typeface="宋体" panose="02010600030101010101" pitchFamily="2" charset="-122"/>
              <a:ea typeface="宋体" panose="02010600030101010101" pitchFamily="2" charset="-122"/>
            </a:endParaRPr>
          </a:p>
          <a:p>
            <a:pPr marL="351855" indent="-319183" defTabSz="638367" fontAlgn="base">
              <a:lnSpc>
                <a:spcPct val="150000"/>
              </a:lnSpc>
              <a:spcBef>
                <a:spcPts val="0"/>
              </a:spcBef>
              <a:spcAft>
                <a:spcPct val="0"/>
              </a:spcAft>
              <a:buClrTx/>
              <a:buSzTx/>
              <a:buNone/>
            </a:pPr>
            <a:r>
              <a:rPr kumimoji="1" lang="en-US" altLang="zh-CN" sz="2234">
                <a:solidFill>
                  <a:srgbClr val="000000"/>
                </a:solidFill>
                <a:latin typeface="宋体" panose="02010600030101010101" pitchFamily="2" charset="-122"/>
                <a:ea typeface="宋体" panose="02010600030101010101" pitchFamily="2" charset="-122"/>
              </a:rPr>
              <a:t>9.3 </a:t>
            </a:r>
            <a:r>
              <a:rPr kumimoji="1" lang="zh-CN" altLang="en-US" sz="2234">
                <a:solidFill>
                  <a:srgbClr val="000000"/>
                </a:solidFill>
                <a:latin typeface="宋体" panose="02010600030101010101" pitchFamily="2" charset="-122"/>
                <a:ea typeface="宋体" panose="02010600030101010101" pitchFamily="2" charset="-122"/>
              </a:rPr>
              <a:t>栈式存储分配</a:t>
            </a:r>
            <a:endParaRPr kumimoji="1" lang="en-US" altLang="zh-CN" sz="2234">
              <a:solidFill>
                <a:srgbClr val="000000"/>
              </a:solidFill>
              <a:latin typeface="宋体" panose="02010600030101010101" pitchFamily="2" charset="-122"/>
              <a:ea typeface="宋体" panose="02010600030101010101" pitchFamily="2" charset="-122"/>
            </a:endParaRPr>
          </a:p>
          <a:p>
            <a:pPr marL="351855" indent="-319183" defTabSz="638367" fontAlgn="base">
              <a:lnSpc>
                <a:spcPct val="150000"/>
              </a:lnSpc>
              <a:spcBef>
                <a:spcPts val="0"/>
              </a:spcBef>
              <a:spcAft>
                <a:spcPct val="0"/>
              </a:spcAft>
              <a:buClrTx/>
              <a:buSzTx/>
              <a:buNone/>
            </a:pPr>
            <a:r>
              <a:rPr kumimoji="1" lang="en-US" altLang="zh-CN" sz="2234">
                <a:solidFill>
                  <a:srgbClr val="000000"/>
                </a:solidFill>
                <a:latin typeface="宋体" panose="02010600030101010101" pitchFamily="2" charset="-122"/>
                <a:ea typeface="宋体" panose="02010600030101010101" pitchFamily="2" charset="-122"/>
              </a:rPr>
              <a:t>9.4 </a:t>
            </a:r>
            <a:r>
              <a:rPr kumimoji="1" lang="zh-CN" altLang="en-US" sz="2234">
                <a:solidFill>
                  <a:srgbClr val="000000"/>
                </a:solidFill>
                <a:latin typeface="宋体" panose="02010600030101010101" pitchFamily="2" charset="-122"/>
                <a:ea typeface="宋体" panose="02010600030101010101" pitchFamily="2" charset="-122"/>
              </a:rPr>
              <a:t>堆式存储分配</a:t>
            </a:r>
            <a:endParaRPr kumimoji="1" lang="en-US" altLang="zh-CN" sz="2234">
              <a:solidFill>
                <a:srgbClr val="000000"/>
              </a:solidFill>
              <a:latin typeface="宋体" panose="02010600030101010101" pitchFamily="2" charset="-122"/>
              <a:ea typeface="宋体" panose="02010600030101010101" pitchFamily="2" charset="-122"/>
            </a:endParaRPr>
          </a:p>
          <a:p>
            <a:pPr marL="351855" indent="-319183" defTabSz="638367" fontAlgn="base">
              <a:lnSpc>
                <a:spcPct val="150000"/>
              </a:lnSpc>
              <a:spcBef>
                <a:spcPts val="0"/>
              </a:spcBef>
              <a:spcAft>
                <a:spcPct val="0"/>
              </a:spcAft>
              <a:buClrTx/>
              <a:buSzTx/>
              <a:buNone/>
            </a:pPr>
            <a:r>
              <a:rPr kumimoji="1" lang="en-US" altLang="zh-CN" sz="2234">
                <a:solidFill>
                  <a:srgbClr val="000000"/>
                </a:solidFill>
                <a:latin typeface="宋体" panose="02010600030101010101" pitchFamily="2" charset="-122"/>
                <a:ea typeface="宋体" panose="02010600030101010101" pitchFamily="2" charset="-122"/>
              </a:rPr>
              <a:t>9.5 </a:t>
            </a:r>
            <a:r>
              <a:rPr kumimoji="1" lang="zh-CN" altLang="en-US" sz="2234">
                <a:solidFill>
                  <a:srgbClr val="000000"/>
                </a:solidFill>
                <a:latin typeface="宋体" panose="02010600030101010101" pitchFamily="2" charset="-122"/>
                <a:ea typeface="宋体" panose="02010600030101010101" pitchFamily="2" charset="-122"/>
              </a:rPr>
              <a:t>调用虚列和返回序列</a:t>
            </a:r>
            <a:endParaRPr kumimoji="1" lang="en-US" altLang="zh-CN" sz="2234">
              <a:solidFill>
                <a:srgbClr val="000000"/>
              </a:solidFill>
              <a:latin typeface="宋体" panose="02010600030101010101" pitchFamily="2" charset="-122"/>
              <a:ea typeface="宋体" panose="02010600030101010101" pitchFamily="2" charset="-122"/>
            </a:endParaRPr>
          </a:p>
          <a:p>
            <a:pPr marL="351855" indent="-319183" defTabSz="638367" fontAlgn="base">
              <a:lnSpc>
                <a:spcPct val="150000"/>
              </a:lnSpc>
              <a:spcBef>
                <a:spcPts val="0"/>
              </a:spcBef>
              <a:spcAft>
                <a:spcPct val="0"/>
              </a:spcAft>
              <a:buClrTx/>
              <a:buSzTx/>
              <a:buNone/>
            </a:pPr>
            <a:r>
              <a:rPr kumimoji="1" lang="en-US" altLang="zh-CN" sz="2234">
                <a:solidFill>
                  <a:srgbClr val="000000"/>
                </a:solidFill>
                <a:latin typeface="宋体" panose="02010600030101010101" pitchFamily="2" charset="-122"/>
                <a:ea typeface="宋体" panose="02010600030101010101" pitchFamily="2" charset="-122"/>
              </a:rPr>
              <a:t>9.6 </a:t>
            </a:r>
            <a:r>
              <a:rPr kumimoji="1" lang="zh-CN" altLang="en-US" sz="2234">
                <a:solidFill>
                  <a:srgbClr val="000000"/>
                </a:solidFill>
                <a:latin typeface="宋体" panose="02010600030101010101" pitchFamily="2" charset="-122"/>
                <a:ea typeface="宋体" panose="02010600030101010101" pitchFamily="2" charset="-122"/>
              </a:rPr>
              <a:t>非局部数据访问</a:t>
            </a:r>
          </a:p>
        </p:txBody>
      </p:sp>
      <p:sp>
        <p:nvSpPr>
          <p:cNvPr id="7172" name="Rectangle 7">
            <a:extLst>
              <a:ext uri="{FF2B5EF4-FFF2-40B4-BE49-F238E27FC236}">
                <a16:creationId xmlns:a16="http://schemas.microsoft.com/office/drawing/2014/main" id="{93320D21-2932-482F-9AAC-398D4B79EA82}"/>
              </a:ext>
            </a:extLst>
          </p:cNvPr>
          <p:cNvSpPr>
            <a:spLocks noChangeArrowheads="1"/>
          </p:cNvSpPr>
          <p:nvPr/>
        </p:nvSpPr>
        <p:spPr bwMode="auto">
          <a:xfrm>
            <a:off x="3992780" y="1792706"/>
            <a:ext cx="4522138" cy="60798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bg2"/>
              </a:buClr>
              <a:buSzPct val="75000"/>
              <a:buFont typeface="Wingdings" panose="05000000000000000000" pitchFamily="2" charset="2"/>
              <a:buChar char="p"/>
              <a:defRPr sz="2800" b="1">
                <a:solidFill>
                  <a:schemeClr val="tx1"/>
                </a:solidFill>
                <a:latin typeface="Verdana" panose="020B0604030504040204" pitchFamily="34" charset="0"/>
                <a:ea typeface="楷体_GB2312" pitchFamily="1" charset="-122"/>
              </a:defRPr>
            </a:lvl1pPr>
            <a:lvl2pPr marL="742950" indent="-285750" eaLnBrk="0" hangingPunct="0">
              <a:spcBef>
                <a:spcPct val="20000"/>
              </a:spcBef>
              <a:buClr>
                <a:schemeClr val="tx2"/>
              </a:buClr>
              <a:buSzPct val="75000"/>
              <a:buFont typeface="Wingdings" panose="05000000000000000000" pitchFamily="2" charset="2"/>
              <a:buChar char="n"/>
              <a:defRPr sz="2400" b="1">
                <a:solidFill>
                  <a:schemeClr val="tx1"/>
                </a:solidFill>
                <a:latin typeface="Verdana" panose="020B0604030504040204" pitchFamily="34" charset="0"/>
                <a:ea typeface="楷体_GB2312" pitchFamily="1" charset="-122"/>
              </a:defRPr>
            </a:lvl2pPr>
            <a:lvl3pPr marL="1143000" indent="-228600" eaLnBrk="0" hangingPunct="0">
              <a:spcBef>
                <a:spcPct val="20000"/>
              </a:spcBef>
              <a:buClr>
                <a:schemeClr val="accent1"/>
              </a:buClr>
              <a:buSzPct val="65000"/>
              <a:buFont typeface="Wingdings" panose="05000000000000000000" pitchFamily="2" charset="2"/>
              <a:buChar char="p"/>
              <a:defRPr sz="2000" b="1">
                <a:solidFill>
                  <a:schemeClr val="tx1"/>
                </a:solidFill>
                <a:latin typeface="Verdana" panose="020B0604030504040204" pitchFamily="34" charset="0"/>
                <a:ea typeface="楷体_GB2312" pitchFamily="1" charset="-122"/>
              </a:defRPr>
            </a:lvl3pPr>
            <a:lvl4pPr marL="1600200" indent="-228600" eaLnBrk="0" hangingPunct="0">
              <a:spcBef>
                <a:spcPct val="20000"/>
              </a:spcBef>
              <a:buClr>
                <a:schemeClr val="bg2"/>
              </a:buClr>
              <a:buFont typeface="Wingdings" panose="05000000000000000000" pitchFamily="2" charset="2"/>
              <a:buChar char="§"/>
              <a:defRPr b="1">
                <a:solidFill>
                  <a:schemeClr val="tx1"/>
                </a:solidFill>
                <a:latin typeface="Verdana" panose="020B0604030504040204" pitchFamily="34" charset="0"/>
                <a:ea typeface="楷体_GB2312" pitchFamily="1" charset="-122"/>
              </a:defRPr>
            </a:lvl4pPr>
            <a:lvl5pPr marL="2057400" indent="-228600" eaLnBrk="0" hangingPunct="0">
              <a:spcBef>
                <a:spcPct val="20000"/>
              </a:spcBef>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b="1">
                <a:solidFill>
                  <a:schemeClr val="tx1"/>
                </a:solidFill>
                <a:latin typeface="Verdana" panose="020B0604030504040204" pitchFamily="34" charset="0"/>
                <a:ea typeface="楷体_GB2312" pitchFamily="1" charset="-122"/>
              </a:defRPr>
            </a:lvl9pPr>
          </a:lstStyle>
          <a:p>
            <a:pPr algn="ctr" defTabSz="638367" fontAlgn="base">
              <a:spcBef>
                <a:spcPct val="0"/>
              </a:spcBef>
              <a:spcAft>
                <a:spcPct val="0"/>
              </a:spcAft>
              <a:buClrTx/>
              <a:buSzTx/>
              <a:buNone/>
            </a:pPr>
            <a:r>
              <a:rPr kumimoji="1" lang="zh-CN" altLang="en-US" sz="3351">
                <a:solidFill>
                  <a:srgbClr val="00CC99"/>
                </a:solidFill>
                <a:latin typeface="宋体" panose="02010600030101010101" pitchFamily="2" charset="-122"/>
                <a:ea typeface="宋体" panose="02010600030101010101" pitchFamily="2" charset="-122"/>
              </a:rPr>
              <a:t>教学内容</a:t>
            </a:r>
            <a:endParaRPr kumimoji="1" lang="zh-CN" altLang="en-US" sz="3072">
              <a:solidFill>
                <a:srgbClr val="00CC99"/>
              </a:solidFill>
              <a:latin typeface="宋体" panose="02010600030101010101" pitchFamily="2" charset="-122"/>
              <a:ea typeface="宋体" panose="02010600030101010101" pitchFamily="2"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910">
                                            <p:bg/>
                                          </p:spTgt>
                                        </p:tgtEl>
                                        <p:attrNameLst>
                                          <p:attrName>style.visibility</p:attrName>
                                        </p:attrNameLst>
                                      </p:cBhvr>
                                      <p:to>
                                        <p:strVal val="visible"/>
                                      </p:to>
                                    </p:set>
                                    <p:animEffect transition="in" filter="blinds(horizontal)">
                                      <p:cBhvr>
                                        <p:cTn id="7" dur="500"/>
                                        <p:tgtEl>
                                          <p:spTgt spid="251910">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1910">
                                            <p:txEl>
                                              <p:pRg st="0" end="0"/>
                                            </p:txEl>
                                          </p:spTgt>
                                        </p:tgtEl>
                                        <p:attrNameLst>
                                          <p:attrName>style.visibility</p:attrName>
                                        </p:attrNameLst>
                                      </p:cBhvr>
                                      <p:to>
                                        <p:strVal val="visible"/>
                                      </p:to>
                                    </p:set>
                                    <p:animEffect transition="in" filter="blinds(horizontal)">
                                      <p:cBhvr>
                                        <p:cTn id="12" dur="500"/>
                                        <p:tgtEl>
                                          <p:spTgt spid="2519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1910">
                                            <p:txEl>
                                              <p:pRg st="1" end="1"/>
                                            </p:txEl>
                                          </p:spTgt>
                                        </p:tgtEl>
                                        <p:attrNameLst>
                                          <p:attrName>style.visibility</p:attrName>
                                        </p:attrNameLst>
                                      </p:cBhvr>
                                      <p:to>
                                        <p:strVal val="visible"/>
                                      </p:to>
                                    </p:set>
                                    <p:animEffect transition="in" filter="blinds(horizontal)">
                                      <p:cBhvr>
                                        <p:cTn id="17" dur="500"/>
                                        <p:tgtEl>
                                          <p:spTgt spid="25191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1910">
                                            <p:txEl>
                                              <p:pRg st="2" end="2"/>
                                            </p:txEl>
                                          </p:spTgt>
                                        </p:tgtEl>
                                        <p:attrNameLst>
                                          <p:attrName>style.visibility</p:attrName>
                                        </p:attrNameLst>
                                      </p:cBhvr>
                                      <p:to>
                                        <p:strVal val="visible"/>
                                      </p:to>
                                    </p:set>
                                    <p:animEffect transition="in" filter="blinds(horizontal)">
                                      <p:cBhvr>
                                        <p:cTn id="22" dur="500"/>
                                        <p:tgtEl>
                                          <p:spTgt spid="25191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1910">
                                            <p:txEl>
                                              <p:pRg st="3" end="3"/>
                                            </p:txEl>
                                          </p:spTgt>
                                        </p:tgtEl>
                                        <p:attrNameLst>
                                          <p:attrName>style.visibility</p:attrName>
                                        </p:attrNameLst>
                                      </p:cBhvr>
                                      <p:to>
                                        <p:strVal val="visible"/>
                                      </p:to>
                                    </p:set>
                                    <p:animEffect transition="in" filter="blinds(horizontal)">
                                      <p:cBhvr>
                                        <p:cTn id="27" dur="500"/>
                                        <p:tgtEl>
                                          <p:spTgt spid="25191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1910">
                                            <p:txEl>
                                              <p:pRg st="4" end="4"/>
                                            </p:txEl>
                                          </p:spTgt>
                                        </p:tgtEl>
                                        <p:attrNameLst>
                                          <p:attrName>style.visibility</p:attrName>
                                        </p:attrNameLst>
                                      </p:cBhvr>
                                      <p:to>
                                        <p:strVal val="visible"/>
                                      </p:to>
                                    </p:set>
                                    <p:animEffect transition="in" filter="blinds(horizontal)">
                                      <p:cBhvr>
                                        <p:cTn id="32" dur="500"/>
                                        <p:tgtEl>
                                          <p:spTgt spid="25191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1910">
                                            <p:txEl>
                                              <p:pRg st="5" end="5"/>
                                            </p:txEl>
                                          </p:spTgt>
                                        </p:tgtEl>
                                        <p:attrNameLst>
                                          <p:attrName>style.visibility</p:attrName>
                                        </p:attrNameLst>
                                      </p:cBhvr>
                                      <p:to>
                                        <p:strVal val="visible"/>
                                      </p:to>
                                    </p:set>
                                    <p:animEffect transition="in" filter="blinds(horizontal)">
                                      <p:cBhvr>
                                        <p:cTn id="37" dur="500"/>
                                        <p:tgtEl>
                                          <p:spTgt spid="2519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0" grpId="0" build="p"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0DB633-9537-FADE-57FE-9CF99563A5AE}"/>
              </a:ext>
            </a:extLst>
          </p:cNvPr>
          <p:cNvSpPr>
            <a:spLocks noGrp="1"/>
          </p:cNvSpPr>
          <p:nvPr>
            <p:ph type="title"/>
          </p:nvPr>
        </p:nvSpPr>
        <p:spPr/>
        <p:txBody>
          <a:bodyPr/>
          <a:lstStyle/>
          <a:p>
            <a:r>
              <a:rPr lang="en-US" altLang="zh-CN"/>
              <a:t>9.1 </a:t>
            </a:r>
            <a:r>
              <a:rPr lang="zh-CN" altLang="en-US"/>
              <a:t>运行存储分配概述</a:t>
            </a:r>
          </a:p>
        </p:txBody>
      </p:sp>
      <p:sp>
        <p:nvSpPr>
          <p:cNvPr id="5" name="object 4">
            <a:extLst>
              <a:ext uri="{FF2B5EF4-FFF2-40B4-BE49-F238E27FC236}">
                <a16:creationId xmlns:a16="http://schemas.microsoft.com/office/drawing/2014/main" id="{A7099F2B-BBA7-96BA-7298-62DB3D047CDE}"/>
              </a:ext>
            </a:extLst>
          </p:cNvPr>
          <p:cNvSpPr txBox="1"/>
          <p:nvPr/>
        </p:nvSpPr>
        <p:spPr>
          <a:xfrm>
            <a:off x="1676152" y="2648613"/>
            <a:ext cx="8378198" cy="3026470"/>
          </a:xfrm>
          <a:prstGeom prst="rect">
            <a:avLst/>
          </a:prstGeom>
        </p:spPr>
        <p:txBody>
          <a:bodyPr vert="horz" wrap="square" lIns="0" tIns="0" rIns="0" bIns="0" rtlCol="0">
            <a:spAutoFit/>
          </a:bodyPr>
          <a:lstStyle/>
          <a:p>
            <a:pPr marL="342900" indent="-342900">
              <a:lnSpc>
                <a:spcPts val="2802"/>
              </a:lnSpc>
              <a:spcBef>
                <a:spcPts val="0"/>
              </a:spcBef>
              <a:spcAft>
                <a:spcPts val="600"/>
              </a:spcAft>
              <a:buFont typeface="Wingdings" panose="05000000000000000000" pitchFamily="2" charset="2"/>
              <a:buChar char="ü"/>
            </a:pPr>
            <a:r>
              <a:rPr sz="2400">
                <a:solidFill>
                  <a:srgbClr val="000000"/>
                </a:solidFill>
                <a:latin typeface="宋体" panose="02010600030101010101" pitchFamily="2" charset="-122"/>
                <a:cs typeface="STKaiti"/>
              </a:rPr>
              <a:t>编译器在工作过程中，必须为源程序中出现的一些</a:t>
            </a:r>
            <a:r>
              <a:rPr sz="2400">
                <a:solidFill>
                  <a:srgbClr val="2D84F4"/>
                </a:solidFill>
                <a:latin typeface="宋体" panose="02010600030101010101" pitchFamily="2" charset="-122"/>
                <a:cs typeface="STKaiti"/>
              </a:rPr>
              <a:t>数据对</a:t>
            </a:r>
            <a:r>
              <a:rPr lang="zh-CN" altLang="en-US" sz="2400">
                <a:solidFill>
                  <a:srgbClr val="2D84F4"/>
                </a:solidFill>
                <a:latin typeface="宋体" panose="02010600030101010101" pitchFamily="2" charset="-122"/>
                <a:cs typeface="STKaiti"/>
              </a:rPr>
              <a:t>象</a:t>
            </a:r>
            <a:r>
              <a:rPr lang="zh-CN" altLang="en-US" sz="2400">
                <a:solidFill>
                  <a:srgbClr val="000000"/>
                </a:solidFill>
                <a:latin typeface="宋体" panose="02010600030101010101" pitchFamily="2" charset="-122"/>
                <a:cs typeface="STKaiti"/>
              </a:rPr>
              <a:t>分配</a:t>
            </a:r>
            <a:r>
              <a:rPr lang="zh-CN" altLang="en-US" sz="2400">
                <a:solidFill>
                  <a:srgbClr val="2D84F4"/>
                </a:solidFill>
                <a:latin typeface="宋体" panose="02010600030101010101" pitchFamily="2" charset="-122"/>
                <a:cs typeface="STKaiti"/>
              </a:rPr>
              <a:t>运行时的存储空间</a:t>
            </a:r>
            <a:endParaRPr lang="en-US" altLang="zh-CN" sz="2400">
              <a:solidFill>
                <a:srgbClr val="2D84F4"/>
              </a:solidFill>
              <a:latin typeface="宋体" panose="02010600030101010101" pitchFamily="2" charset="-122"/>
              <a:cs typeface="STKaiti"/>
            </a:endParaRPr>
          </a:p>
          <a:p>
            <a:pPr marL="342900" marR="0" indent="-342900">
              <a:lnSpc>
                <a:spcPts val="2802"/>
              </a:lnSpc>
              <a:spcBef>
                <a:spcPts val="0"/>
              </a:spcBef>
              <a:spcAft>
                <a:spcPts val="600"/>
              </a:spcAft>
              <a:buFont typeface="Wingdings" panose="05000000000000000000" pitchFamily="2" charset="2"/>
              <a:buChar char="ü"/>
            </a:pPr>
            <a:r>
              <a:rPr lang="zh-CN" altLang="en-US" sz="2400">
                <a:solidFill>
                  <a:srgbClr val="000000"/>
                </a:solidFill>
                <a:latin typeface="宋体" panose="02010600030101010101" pitchFamily="2" charset="-122"/>
                <a:cs typeface="STKaiti"/>
              </a:rPr>
              <a:t>对于那些在</a:t>
            </a:r>
            <a:r>
              <a:rPr lang="zh-CN" altLang="en-US" sz="2400">
                <a:solidFill>
                  <a:srgbClr val="2D84F4"/>
                </a:solidFill>
                <a:latin typeface="宋体" panose="02010600030101010101" pitchFamily="2" charset="-122"/>
                <a:cs typeface="STKaiti"/>
              </a:rPr>
              <a:t>编译时刻</a:t>
            </a:r>
            <a:r>
              <a:rPr lang="zh-CN" altLang="en-US" sz="2400">
                <a:solidFill>
                  <a:srgbClr val="000000"/>
                </a:solidFill>
                <a:latin typeface="宋体" panose="02010600030101010101" pitchFamily="2" charset="-122"/>
                <a:cs typeface="STKaiti"/>
              </a:rPr>
              <a:t>就可以确定大小的数据对象，可以在编译时刻就为它们分配存储空间，这样的分配策略称为</a:t>
            </a:r>
            <a:r>
              <a:rPr lang="zh-CN" altLang="en-US" sz="2400">
                <a:solidFill>
                  <a:srgbClr val="FF0000"/>
                </a:solidFill>
                <a:latin typeface="宋体" panose="02010600030101010101" pitchFamily="2" charset="-122"/>
                <a:cs typeface="STKaiti"/>
              </a:rPr>
              <a:t>静态存储分配</a:t>
            </a:r>
          </a:p>
          <a:p>
            <a:pPr marL="342900" marR="0" indent="-342900">
              <a:lnSpc>
                <a:spcPts val="2802"/>
              </a:lnSpc>
              <a:spcBef>
                <a:spcPts val="0"/>
              </a:spcBef>
              <a:spcAft>
                <a:spcPts val="600"/>
              </a:spcAft>
              <a:buFont typeface="Wingdings" panose="05000000000000000000" pitchFamily="2" charset="2"/>
              <a:buChar char="ü"/>
            </a:pPr>
            <a:r>
              <a:rPr lang="zh-CN" altLang="en-US" sz="2400">
                <a:solidFill>
                  <a:srgbClr val="000000"/>
                </a:solidFill>
                <a:latin typeface="宋体" panose="02010600030101010101" pitchFamily="2" charset="-122"/>
                <a:cs typeface="STKaiti"/>
              </a:rPr>
              <a:t>反之，如果不能在编译时完全确定数据对象的大小，就要采用</a:t>
            </a:r>
            <a:r>
              <a:rPr lang="zh-CN" altLang="en-US" sz="2400">
                <a:solidFill>
                  <a:srgbClr val="FF0000"/>
                </a:solidFill>
                <a:latin typeface="宋体" panose="02010600030101010101" pitchFamily="2" charset="-122"/>
                <a:cs typeface="STKaiti"/>
              </a:rPr>
              <a:t>动态存储分配</a:t>
            </a:r>
            <a:r>
              <a:rPr lang="zh-CN" altLang="en-US" sz="2400">
                <a:solidFill>
                  <a:srgbClr val="000000"/>
                </a:solidFill>
                <a:latin typeface="宋体" panose="02010600030101010101" pitchFamily="2" charset="-122"/>
                <a:cs typeface="STKaiti"/>
              </a:rPr>
              <a:t>的策略。即在编译时仅产生各种必要的信息，而在</a:t>
            </a:r>
            <a:r>
              <a:rPr lang="zh-CN" altLang="en-US" sz="2400">
                <a:solidFill>
                  <a:srgbClr val="2D84F3"/>
                </a:solidFill>
                <a:latin typeface="宋体" panose="02010600030101010101" pitchFamily="2" charset="-122"/>
                <a:cs typeface="STKaiti"/>
              </a:rPr>
              <a:t>运行时刻</a:t>
            </a:r>
            <a:r>
              <a:rPr lang="zh-CN" altLang="en-US" sz="2400">
                <a:solidFill>
                  <a:srgbClr val="000000"/>
                </a:solidFill>
                <a:latin typeface="宋体" panose="02010600030101010101" pitchFamily="2" charset="-122"/>
                <a:cs typeface="STKaiti"/>
              </a:rPr>
              <a:t>，再动态地分配数据对象的存储空间</a:t>
            </a:r>
            <a:endParaRPr sz="2400" dirty="0">
              <a:solidFill>
                <a:srgbClr val="2D84F4"/>
              </a:solidFill>
              <a:latin typeface="宋体" panose="02010600030101010101" pitchFamily="2" charset="-122"/>
              <a:cs typeface="STKaiti"/>
            </a:endParaRPr>
          </a:p>
        </p:txBody>
      </p:sp>
      <p:sp>
        <p:nvSpPr>
          <p:cNvPr id="9" name="object 8">
            <a:extLst>
              <a:ext uri="{FF2B5EF4-FFF2-40B4-BE49-F238E27FC236}">
                <a16:creationId xmlns:a16="http://schemas.microsoft.com/office/drawing/2014/main" id="{11D49F45-B8D1-BEDE-2FDF-9974CECE1F61}"/>
              </a:ext>
            </a:extLst>
          </p:cNvPr>
          <p:cNvSpPr txBox="1"/>
          <p:nvPr/>
        </p:nvSpPr>
        <p:spPr>
          <a:xfrm>
            <a:off x="2180208" y="5904437"/>
            <a:ext cx="2325556" cy="320601"/>
          </a:xfrm>
          <a:prstGeom prst="rect">
            <a:avLst/>
          </a:prstGeom>
        </p:spPr>
        <p:txBody>
          <a:bodyPr vert="horz" wrap="square" lIns="0" tIns="0" rIns="0" bIns="0" rtlCol="0">
            <a:spAutoFit/>
          </a:bodyPr>
          <a:lstStyle/>
          <a:p>
            <a:pPr marL="342900" marR="0" indent="-342900">
              <a:lnSpc>
                <a:spcPts val="2466"/>
              </a:lnSpc>
              <a:spcBef>
                <a:spcPts val="0"/>
              </a:spcBef>
              <a:spcAft>
                <a:spcPts val="0"/>
              </a:spcAft>
              <a:buFont typeface="Wingdings" panose="05000000000000000000" pitchFamily="2" charset="2"/>
              <a:buChar char="Ø"/>
            </a:pPr>
            <a:r>
              <a:rPr sz="2400">
                <a:solidFill>
                  <a:srgbClr val="000000"/>
                </a:solidFill>
                <a:latin typeface="宋体" panose="02010600030101010101" pitchFamily="2" charset="-122"/>
                <a:cs typeface="STKaiti"/>
              </a:rPr>
              <a:t>栈式存储分配</a:t>
            </a:r>
            <a:endParaRPr sz="2400" dirty="0">
              <a:solidFill>
                <a:srgbClr val="000000"/>
              </a:solidFill>
              <a:latin typeface="宋体" panose="02010600030101010101" pitchFamily="2" charset="-122"/>
              <a:cs typeface="STKaiti"/>
            </a:endParaRPr>
          </a:p>
        </p:txBody>
      </p:sp>
      <p:sp>
        <p:nvSpPr>
          <p:cNvPr id="10" name="object 9">
            <a:extLst>
              <a:ext uri="{FF2B5EF4-FFF2-40B4-BE49-F238E27FC236}">
                <a16:creationId xmlns:a16="http://schemas.microsoft.com/office/drawing/2014/main" id="{92612861-6B7F-05D4-6AAF-FEB947EA9140}"/>
              </a:ext>
            </a:extLst>
          </p:cNvPr>
          <p:cNvSpPr txBox="1"/>
          <p:nvPr/>
        </p:nvSpPr>
        <p:spPr>
          <a:xfrm>
            <a:off x="6716711" y="6048419"/>
            <a:ext cx="2916000" cy="641201"/>
          </a:xfrm>
          <a:prstGeom prst="rect">
            <a:avLst/>
          </a:prstGeom>
          <a:solidFill>
            <a:srgbClr val="FFC000">
              <a:alpha val="60000"/>
            </a:srgbClr>
          </a:solidFill>
          <a:ln>
            <a:solidFill>
              <a:schemeClr val="tx1"/>
            </a:solidFill>
          </a:ln>
        </p:spPr>
        <p:txBody>
          <a:bodyPr vert="horz" wrap="square" lIns="0" tIns="0" rIns="0" bIns="0" rtlCol="0" anchor="ctr" anchorCtr="1">
            <a:spAutoFit/>
          </a:bodyPr>
          <a:lstStyle/>
          <a:p>
            <a:pPr>
              <a:lnSpc>
                <a:spcPts val="2502"/>
              </a:lnSpc>
              <a:spcBef>
                <a:spcPts val="0"/>
              </a:spcBef>
              <a:spcAft>
                <a:spcPts val="0"/>
              </a:spcAft>
            </a:pPr>
            <a:r>
              <a:rPr sz="2400" spc="14">
                <a:solidFill>
                  <a:srgbClr val="0000FF"/>
                </a:solidFill>
                <a:latin typeface="宋体" panose="02010600030101010101" pitchFamily="2" charset="-122"/>
                <a:cs typeface="KaiTi"/>
              </a:rPr>
              <a:t>静态</a:t>
            </a:r>
            <a:r>
              <a:rPr sz="2400" spc="14">
                <a:solidFill>
                  <a:srgbClr val="000000"/>
                </a:solidFill>
                <a:latin typeface="宋体" panose="02010600030101010101" pitchFamily="2" charset="-122"/>
                <a:cs typeface="KaiTi"/>
              </a:rPr>
              <a:t>和</a:t>
            </a:r>
            <a:r>
              <a:rPr sz="2400" spc="14">
                <a:solidFill>
                  <a:srgbClr val="0000FF"/>
                </a:solidFill>
                <a:latin typeface="宋体" panose="02010600030101010101" pitchFamily="2" charset="-122"/>
                <a:cs typeface="KaiTi"/>
              </a:rPr>
              <a:t>动态</a:t>
            </a:r>
            <a:r>
              <a:rPr sz="2400" spc="14">
                <a:solidFill>
                  <a:srgbClr val="000000"/>
                </a:solidFill>
                <a:latin typeface="宋体" panose="02010600030101010101" pitchFamily="2" charset="-122"/>
                <a:cs typeface="KaiTi"/>
              </a:rPr>
              <a:t>分别对应</a:t>
            </a:r>
            <a:r>
              <a:rPr lang="zh-CN" altLang="en-US" sz="2400" spc="14">
                <a:solidFill>
                  <a:srgbClr val="0000FF"/>
                </a:solidFill>
                <a:latin typeface="宋体" panose="02010600030101010101" pitchFamily="2" charset="-122"/>
                <a:cs typeface="KaiTi"/>
              </a:rPr>
              <a:t>编译时刻</a:t>
            </a:r>
            <a:r>
              <a:rPr lang="zh-CN" altLang="en-US" sz="2400" spc="14">
                <a:solidFill>
                  <a:srgbClr val="000000"/>
                </a:solidFill>
                <a:latin typeface="宋体" panose="02010600030101010101" pitchFamily="2" charset="-122"/>
                <a:cs typeface="KaiTi"/>
              </a:rPr>
              <a:t>和</a:t>
            </a:r>
            <a:r>
              <a:rPr lang="zh-CN" altLang="en-US" sz="2400" spc="14">
                <a:solidFill>
                  <a:srgbClr val="0000FF"/>
                </a:solidFill>
                <a:latin typeface="宋体" panose="02010600030101010101" pitchFamily="2" charset="-122"/>
                <a:cs typeface="KaiTi"/>
              </a:rPr>
              <a:t>运行时刻</a:t>
            </a:r>
          </a:p>
        </p:txBody>
      </p:sp>
      <p:sp>
        <p:nvSpPr>
          <p:cNvPr id="11" name="object 10">
            <a:extLst>
              <a:ext uri="{FF2B5EF4-FFF2-40B4-BE49-F238E27FC236}">
                <a16:creationId xmlns:a16="http://schemas.microsoft.com/office/drawing/2014/main" id="{AC321A99-69E4-8E1C-04C8-FBE42E4E7A53}"/>
              </a:ext>
            </a:extLst>
          </p:cNvPr>
          <p:cNvSpPr txBox="1"/>
          <p:nvPr/>
        </p:nvSpPr>
        <p:spPr>
          <a:xfrm>
            <a:off x="2180208" y="6465975"/>
            <a:ext cx="2325556" cy="320601"/>
          </a:xfrm>
          <a:prstGeom prst="rect">
            <a:avLst/>
          </a:prstGeom>
        </p:spPr>
        <p:txBody>
          <a:bodyPr vert="horz" wrap="square" lIns="0" tIns="0" rIns="0" bIns="0" rtlCol="0">
            <a:spAutoFit/>
          </a:bodyPr>
          <a:lstStyle/>
          <a:p>
            <a:pPr marL="342900" marR="0" indent="-342900">
              <a:lnSpc>
                <a:spcPts val="2466"/>
              </a:lnSpc>
              <a:spcBef>
                <a:spcPts val="0"/>
              </a:spcBef>
              <a:spcAft>
                <a:spcPts val="0"/>
              </a:spcAft>
              <a:buFont typeface="Wingdings" panose="05000000000000000000" pitchFamily="2" charset="2"/>
              <a:buChar char="Ø"/>
            </a:pPr>
            <a:r>
              <a:rPr sz="2400">
                <a:solidFill>
                  <a:srgbClr val="000000"/>
                </a:solidFill>
                <a:latin typeface="宋体" panose="02010600030101010101" pitchFamily="2" charset="-122"/>
                <a:cs typeface="STKaiti"/>
              </a:rPr>
              <a:t>堆式存储分配</a:t>
            </a:r>
            <a:endParaRPr sz="2400" dirty="0">
              <a:solidFill>
                <a:srgbClr val="000000"/>
              </a:solidFill>
              <a:latin typeface="宋体" panose="02010600030101010101" pitchFamily="2" charset="-122"/>
              <a:cs typeface="STKaiti"/>
            </a:endParaRPr>
          </a:p>
        </p:txBody>
      </p:sp>
      <p:grpSp>
        <p:nvGrpSpPr>
          <p:cNvPr id="13" name="组合 12">
            <a:extLst>
              <a:ext uri="{FF2B5EF4-FFF2-40B4-BE49-F238E27FC236}">
                <a16:creationId xmlns:a16="http://schemas.microsoft.com/office/drawing/2014/main" id="{DCB8A3B7-9356-6ACA-6B43-E5C534EF699E}"/>
              </a:ext>
            </a:extLst>
          </p:cNvPr>
          <p:cNvGrpSpPr/>
          <p:nvPr/>
        </p:nvGrpSpPr>
        <p:grpSpPr>
          <a:xfrm>
            <a:off x="824691" y="1731482"/>
            <a:ext cx="5040560" cy="540000"/>
            <a:chOff x="1098228" y="755045"/>
            <a:chExt cx="5040560" cy="380567"/>
          </a:xfrm>
        </p:grpSpPr>
        <p:sp>
          <p:nvSpPr>
            <p:cNvPr id="14" name="object 3">
              <a:extLst>
                <a:ext uri="{FF2B5EF4-FFF2-40B4-BE49-F238E27FC236}">
                  <a16:creationId xmlns:a16="http://schemas.microsoft.com/office/drawing/2014/main" id="{76DC5A47-E8A1-02E2-A6A9-BEE5B020A05D}"/>
                </a:ext>
              </a:extLst>
            </p:cNvPr>
            <p:cNvSpPr txBox="1"/>
            <p:nvPr/>
          </p:nvSpPr>
          <p:spPr>
            <a:xfrm>
              <a:off x="2280236" y="772162"/>
              <a:ext cx="3858552" cy="335618"/>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运行存储分配策略</a:t>
              </a:r>
              <a:endParaRPr sz="3000" b="1" dirty="0">
                <a:solidFill>
                  <a:srgbClr val="000000"/>
                </a:solidFill>
                <a:latin typeface="+mn-ea"/>
                <a:cs typeface="DDCWCV+MicrosoftYaHei-Bold"/>
              </a:endParaRPr>
            </a:p>
          </p:txBody>
        </p:sp>
        <p:sp>
          <p:nvSpPr>
            <p:cNvPr id="15" name="箭头: 右 14">
              <a:extLst>
                <a:ext uri="{FF2B5EF4-FFF2-40B4-BE49-F238E27FC236}">
                  <a16:creationId xmlns:a16="http://schemas.microsoft.com/office/drawing/2014/main" id="{842E6BF3-340D-EBDE-58BE-B95619E2E7B1}"/>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Tree>
    <p:extLst>
      <p:ext uri="{BB962C8B-B14F-4D97-AF65-F5344CB8AC3E}">
        <p14:creationId xmlns:p14="http://schemas.microsoft.com/office/powerpoint/2010/main" val="1078551036"/>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040560" cy="540000"/>
            <a:chOff x="1098228" y="755045"/>
            <a:chExt cx="5040560"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3858552" cy="335618"/>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运行存储分配策略</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5" name="表格 5">
            <a:extLst>
              <a:ext uri="{FF2B5EF4-FFF2-40B4-BE49-F238E27FC236}">
                <a16:creationId xmlns:a16="http://schemas.microsoft.com/office/drawing/2014/main" id="{F5409AAD-4527-ED2B-CAEB-62DE6E3219C4}"/>
              </a:ext>
            </a:extLst>
          </p:cNvPr>
          <p:cNvGraphicFramePr>
            <a:graphicFrameLocks noGrp="1"/>
          </p:cNvGraphicFramePr>
          <p:nvPr>
            <p:extLst>
              <p:ext uri="{D42A27DB-BD31-4B8C-83A1-F6EECF244321}">
                <p14:modId xmlns:p14="http://schemas.microsoft.com/office/powerpoint/2010/main" val="2159750477"/>
              </p:ext>
            </p:extLst>
          </p:nvPr>
        </p:nvGraphicFramePr>
        <p:xfrm>
          <a:off x="4736492" y="2194074"/>
          <a:ext cx="3960440" cy="3200400"/>
        </p:xfrm>
        <a:graphic>
          <a:graphicData uri="http://schemas.openxmlformats.org/drawingml/2006/table">
            <a:tbl>
              <a:tblPr firstRow="1" bandRow="1">
                <a:tableStyleId>{5940675A-B579-460E-94D1-54222C63F5DA}</a:tableStyleId>
              </a:tblPr>
              <a:tblGrid>
                <a:gridCol w="1260140">
                  <a:extLst>
                    <a:ext uri="{9D8B030D-6E8A-4147-A177-3AD203B41FA5}">
                      <a16:colId xmlns:a16="http://schemas.microsoft.com/office/drawing/2014/main" val="2909003217"/>
                    </a:ext>
                  </a:extLst>
                </a:gridCol>
                <a:gridCol w="2700300">
                  <a:extLst>
                    <a:ext uri="{9D8B030D-6E8A-4147-A177-3AD203B41FA5}">
                      <a16:colId xmlns:a16="http://schemas.microsoft.com/office/drawing/2014/main" val="2622633126"/>
                    </a:ext>
                  </a:extLst>
                </a:gridCol>
              </a:tblGrid>
              <a:tr h="370840">
                <a:tc gridSpan="2">
                  <a:txBody>
                    <a:bodyPr/>
                    <a:lstStyle/>
                    <a:p>
                      <a:pPr algn="ctr"/>
                      <a:r>
                        <a:rPr lang="zh-CN" altLang="en-US" sz="2400"/>
                        <a:t>静态代码区</a:t>
                      </a:r>
                    </a:p>
                  </a:txBody>
                  <a:tcPr anchor="ctr">
                    <a:solidFill>
                      <a:schemeClr val="accent5">
                        <a:lumMod val="75000"/>
                      </a:schemeClr>
                    </a:solidFill>
                  </a:tcPr>
                </a:tc>
                <a:tc hMerge="1">
                  <a:txBody>
                    <a:bodyPr/>
                    <a:lstStyle/>
                    <a:p>
                      <a:pPr algn="ctr"/>
                      <a:endParaRPr lang="zh-CN" altLang="en-US"/>
                    </a:p>
                  </a:txBody>
                  <a:tcPr anchor="ctr"/>
                </a:tc>
                <a:extLst>
                  <a:ext uri="{0D108BD9-81ED-4DB2-BD59-A6C34878D82A}">
                    <a16:rowId xmlns:a16="http://schemas.microsoft.com/office/drawing/2014/main" val="1233787989"/>
                  </a:ext>
                </a:extLst>
              </a:tr>
              <a:tr h="370840">
                <a:tc gridSpan="2">
                  <a:txBody>
                    <a:bodyPr/>
                    <a:lstStyle/>
                    <a:p>
                      <a:pPr algn="ctr"/>
                      <a:r>
                        <a:rPr lang="zh-CN" altLang="en-US" sz="2400"/>
                        <a:t>静态数据区</a:t>
                      </a:r>
                    </a:p>
                  </a:txBody>
                  <a:tcPr anchor="ctr">
                    <a:solidFill>
                      <a:schemeClr val="accent5">
                        <a:lumMod val="75000"/>
                      </a:schemeClr>
                    </a:solidFill>
                  </a:tcPr>
                </a:tc>
                <a:tc hMerge="1">
                  <a:txBody>
                    <a:bodyPr/>
                    <a:lstStyle/>
                    <a:p>
                      <a:pPr algn="ctr"/>
                      <a:endParaRPr lang="zh-CN" altLang="en-US"/>
                    </a:p>
                  </a:txBody>
                  <a:tcPr anchor="ctr"/>
                </a:tc>
                <a:extLst>
                  <a:ext uri="{0D108BD9-81ED-4DB2-BD59-A6C34878D82A}">
                    <a16:rowId xmlns:a16="http://schemas.microsoft.com/office/drawing/2014/main" val="3693534133"/>
                  </a:ext>
                </a:extLst>
              </a:tr>
              <a:tr h="370840">
                <a:tc rowSpan="5">
                  <a:txBody>
                    <a:bodyPr/>
                    <a:lstStyle/>
                    <a:p>
                      <a:pPr algn="ctr"/>
                      <a:r>
                        <a:rPr lang="zh-CN" altLang="en-US" sz="2400"/>
                        <a:t>动态数据区域</a:t>
                      </a:r>
                    </a:p>
                  </a:txBody>
                  <a:tcPr vert="eaVert" anchor="ctr">
                    <a:solidFill>
                      <a:schemeClr val="accent6">
                        <a:lumMod val="60000"/>
                        <a:lumOff val="40000"/>
                      </a:schemeClr>
                    </a:solidFill>
                  </a:tcPr>
                </a:tc>
                <a:tc>
                  <a:txBody>
                    <a:bodyPr/>
                    <a:lstStyle/>
                    <a:p>
                      <a:pPr algn="ctr"/>
                      <a:r>
                        <a:rPr lang="zh-CN" altLang="en-US" sz="2400"/>
                        <a:t>栈区（</a:t>
                      </a:r>
                      <a:r>
                        <a:rPr lang="en-US" altLang="zh-CN" sz="2400"/>
                        <a:t>STACK</a:t>
                      </a:r>
                      <a:r>
                        <a:rPr lang="zh-CN" altLang="en-US" sz="2400"/>
                        <a:t>）</a:t>
                      </a:r>
                    </a:p>
                  </a:txBody>
                  <a:tcPr anchor="ctr">
                    <a:solidFill>
                      <a:schemeClr val="accent6">
                        <a:lumMod val="60000"/>
                        <a:lumOff val="40000"/>
                      </a:schemeClr>
                    </a:solidFill>
                  </a:tcPr>
                </a:tc>
                <a:extLst>
                  <a:ext uri="{0D108BD9-81ED-4DB2-BD59-A6C34878D82A}">
                    <a16:rowId xmlns:a16="http://schemas.microsoft.com/office/drawing/2014/main" val="3797517683"/>
                  </a:ext>
                </a:extLst>
              </a:tr>
              <a:tr h="370840">
                <a:tc vMerge="1">
                  <a:txBody>
                    <a:bodyPr/>
                    <a:lstStyle/>
                    <a:p>
                      <a:pPr algn="ctr"/>
                      <a:endParaRPr lang="zh-CN" altLang="en-US"/>
                    </a:p>
                  </a:txBody>
                  <a:tcPr anchor="ctr"/>
                </a:tc>
                <a:tc>
                  <a:txBody>
                    <a:bodyPr/>
                    <a:lstStyle/>
                    <a:p>
                      <a:pPr algn="ctr"/>
                      <a:endParaRPr lang="zh-CN" altLang="en-US" sz="2400"/>
                    </a:p>
                  </a:txBody>
                  <a:tcPr anchor="ctr">
                    <a:lnB w="12700" cap="flat" cmpd="sng" algn="ctr">
                      <a:no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540649137"/>
                  </a:ext>
                </a:extLst>
              </a:tr>
              <a:tr h="196819">
                <a:tc vMerge="1">
                  <a:txBody>
                    <a:bodyPr/>
                    <a:lstStyle/>
                    <a:p>
                      <a:pPr algn="ctr"/>
                      <a:endParaRPr lang="zh-CN" altLang="en-US"/>
                    </a:p>
                  </a:txBody>
                  <a:tcPr anchor="ctr"/>
                </a:tc>
                <a:tc>
                  <a:txBody>
                    <a:bodyPr/>
                    <a:lstStyle/>
                    <a:p>
                      <a:pPr algn="ctr"/>
                      <a:r>
                        <a:rPr lang="zh-CN" altLang="en-US" sz="2400"/>
                        <a:t>空闲内存</a:t>
                      </a: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43981363"/>
                  </a:ext>
                </a:extLst>
              </a:tr>
              <a:tr h="196819">
                <a:tc vMerge="1">
                  <a:txBody>
                    <a:bodyPr/>
                    <a:lstStyle/>
                    <a:p>
                      <a:endParaRPr lang="zh-CN" altLang="en-US"/>
                    </a:p>
                  </a:txBody>
                  <a:tcPr/>
                </a:tc>
                <a:tc>
                  <a:txBody>
                    <a:bodyPr/>
                    <a:lstStyle/>
                    <a:p>
                      <a:pPr algn="ctr"/>
                      <a:endParaRPr lang="zh-CN" altLang="en-US" sz="2400"/>
                    </a:p>
                  </a:txBody>
                  <a:tcPr anchor="ctr">
                    <a:lnT w="12700" cap="flat" cmpd="sng" algn="ctr">
                      <a:no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139464110"/>
                  </a:ext>
                </a:extLst>
              </a:tr>
              <a:tr h="370840">
                <a:tc vMerge="1">
                  <a:txBody>
                    <a:bodyPr/>
                    <a:lstStyle/>
                    <a:p>
                      <a:pPr algn="ctr"/>
                      <a:endParaRPr lang="zh-CN" altLang="en-US"/>
                    </a:p>
                  </a:txBody>
                  <a:tcPr anchor="ctr"/>
                </a:tc>
                <a:tc>
                  <a:txBody>
                    <a:bodyPr/>
                    <a:lstStyle/>
                    <a:p>
                      <a:pPr algn="ctr"/>
                      <a:r>
                        <a:rPr lang="zh-CN" altLang="en-US" sz="2400"/>
                        <a:t>堆区（</a:t>
                      </a:r>
                      <a:r>
                        <a:rPr lang="en-US" altLang="zh-CN" sz="2400"/>
                        <a:t>HEAP</a:t>
                      </a:r>
                      <a:r>
                        <a:rPr lang="zh-CN" altLang="en-US" sz="2400"/>
                        <a:t>）</a:t>
                      </a:r>
                    </a:p>
                  </a:txBody>
                  <a:tcPr anchor="ctr">
                    <a:solidFill>
                      <a:schemeClr val="accent6">
                        <a:lumMod val="60000"/>
                        <a:lumOff val="40000"/>
                      </a:schemeClr>
                    </a:solidFill>
                  </a:tcPr>
                </a:tc>
                <a:extLst>
                  <a:ext uri="{0D108BD9-81ED-4DB2-BD59-A6C34878D82A}">
                    <a16:rowId xmlns:a16="http://schemas.microsoft.com/office/drawing/2014/main" val="554954028"/>
                  </a:ext>
                </a:extLst>
              </a:tr>
            </a:tbl>
          </a:graphicData>
        </a:graphic>
      </p:graphicFrame>
    </p:spTree>
    <p:extLst>
      <p:ext uri="{BB962C8B-B14F-4D97-AF65-F5344CB8AC3E}">
        <p14:creationId xmlns:p14="http://schemas.microsoft.com/office/powerpoint/2010/main" val="1313645195"/>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040560" cy="540000"/>
            <a:chOff x="1098228" y="755045"/>
            <a:chExt cx="5040560"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3858552" cy="335618"/>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活动记录</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6" name="文本框 5">
            <a:extLst>
              <a:ext uri="{FF2B5EF4-FFF2-40B4-BE49-F238E27FC236}">
                <a16:creationId xmlns:a16="http://schemas.microsoft.com/office/drawing/2014/main" id="{3E1D3606-8CDA-2226-329F-9D37B70E2132}"/>
              </a:ext>
            </a:extLst>
          </p:cNvPr>
          <p:cNvSpPr txBox="1"/>
          <p:nvPr/>
        </p:nvSpPr>
        <p:spPr>
          <a:xfrm>
            <a:off x="1028081" y="2194074"/>
            <a:ext cx="10225135" cy="2775760"/>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zh-CN" altLang="en-US" sz="2400">
                <a:latin typeface="宋体" panose="02010600030101010101" pitchFamily="2" charset="-122"/>
              </a:rPr>
              <a:t>使用</a:t>
            </a:r>
            <a:r>
              <a:rPr lang="zh-CN" altLang="en-US" sz="2400">
                <a:solidFill>
                  <a:srgbClr val="0070C0"/>
                </a:solidFill>
                <a:latin typeface="宋体" panose="02010600030101010101" pitchFamily="2" charset="-122"/>
              </a:rPr>
              <a:t>过程</a:t>
            </a:r>
            <a:r>
              <a:rPr lang="en-US" altLang="zh-CN" sz="2400">
                <a:solidFill>
                  <a:srgbClr val="0070C0"/>
                </a:solidFill>
                <a:latin typeface="宋体" panose="02010600030101010101" pitchFamily="2" charset="-122"/>
              </a:rPr>
              <a:t>(</a:t>
            </a:r>
            <a:r>
              <a:rPr lang="zh-CN" altLang="en-US" sz="2400">
                <a:latin typeface="宋体" panose="02010600030101010101" pitchFamily="2" charset="-122"/>
              </a:rPr>
              <a:t>或</a:t>
            </a:r>
            <a:r>
              <a:rPr lang="zh-CN" altLang="en-US" sz="2400">
                <a:solidFill>
                  <a:srgbClr val="0070C0"/>
                </a:solidFill>
                <a:latin typeface="宋体" panose="02010600030101010101" pitchFamily="2" charset="-122"/>
              </a:rPr>
              <a:t>函数</a:t>
            </a:r>
            <a:r>
              <a:rPr lang="zh-CN" altLang="en-US" sz="2400">
                <a:latin typeface="宋体" panose="02010600030101010101" pitchFamily="2" charset="-122"/>
              </a:rPr>
              <a:t>、</a:t>
            </a:r>
            <a:r>
              <a:rPr lang="zh-CN" altLang="en-US" sz="2400">
                <a:solidFill>
                  <a:srgbClr val="0070C0"/>
                </a:solidFill>
                <a:latin typeface="宋体" panose="02010600030101010101" pitchFamily="2" charset="-122"/>
              </a:rPr>
              <a:t>方法</a:t>
            </a:r>
            <a:r>
              <a:rPr lang="en-US" altLang="zh-CN" sz="2400">
                <a:latin typeface="宋体" panose="02010600030101010101" pitchFamily="2" charset="-122"/>
              </a:rPr>
              <a:t>)</a:t>
            </a:r>
            <a:r>
              <a:rPr lang="zh-CN" altLang="en-US" sz="2400">
                <a:latin typeface="宋体" panose="02010600030101010101" pitchFamily="2" charset="-122"/>
              </a:rPr>
              <a:t>作为用户自定义动作单元的语言，其编译器通常</a:t>
            </a:r>
            <a:r>
              <a:rPr lang="zh-CN" altLang="en-US" sz="2400">
                <a:solidFill>
                  <a:srgbClr val="0070C0"/>
                </a:solidFill>
                <a:latin typeface="宋体" panose="02010600030101010101" pitchFamily="2" charset="-122"/>
              </a:rPr>
              <a:t>以过程为单位分配存储空间</a:t>
            </a:r>
            <a:r>
              <a:rPr lang="zh-CN" altLang="en-US" sz="2400">
                <a:latin typeface="宋体" panose="02010600030101010101" pitchFamily="2" charset="-122"/>
              </a:rPr>
              <a:t>。</a:t>
            </a:r>
            <a:endParaRPr lang="en-US" altLang="zh-CN" sz="2400">
              <a:latin typeface="宋体" panose="02010600030101010101" pitchFamily="2" charset="-122"/>
            </a:endParaRPr>
          </a:p>
          <a:p>
            <a:pPr marL="342900" indent="-342900">
              <a:lnSpc>
                <a:spcPct val="150000"/>
              </a:lnSpc>
              <a:buFont typeface="Wingdings" panose="05000000000000000000" pitchFamily="2" charset="2"/>
              <a:buChar char="ü"/>
            </a:pPr>
            <a:r>
              <a:rPr lang="zh-CN" altLang="en-US" sz="2400">
                <a:latin typeface="宋体" panose="02010600030101010101" pitchFamily="2" charset="-122"/>
              </a:rPr>
              <a:t>过程体的每次执行称为该过程的一个</a:t>
            </a:r>
            <a:r>
              <a:rPr lang="zh-CN" altLang="en-US" sz="2400" b="1">
                <a:solidFill>
                  <a:srgbClr val="FF0000"/>
                </a:solidFill>
                <a:latin typeface="宋体" panose="02010600030101010101" pitchFamily="2" charset="-122"/>
              </a:rPr>
              <a:t>活动</a:t>
            </a:r>
            <a:r>
              <a:rPr lang="en-US" altLang="zh-CN" sz="2400">
                <a:latin typeface="宋体" panose="02010600030101010101" pitchFamily="2" charset="-122"/>
              </a:rPr>
              <a:t>(</a:t>
            </a:r>
            <a:r>
              <a:rPr lang="en-US" altLang="zh-CN" sz="2400" b="1">
                <a:latin typeface="宋体" panose="02010600030101010101" pitchFamily="2" charset="-122"/>
              </a:rPr>
              <a:t>activation</a:t>
            </a:r>
            <a:r>
              <a:rPr lang="en-US" altLang="zh-CN" sz="2400">
                <a:latin typeface="宋体" panose="02010600030101010101" pitchFamily="2" charset="-122"/>
              </a:rPr>
              <a:t>)</a:t>
            </a:r>
          </a:p>
          <a:p>
            <a:pPr marL="342900" indent="-342900">
              <a:lnSpc>
                <a:spcPct val="150000"/>
              </a:lnSpc>
              <a:buFont typeface="Wingdings" panose="05000000000000000000" pitchFamily="2" charset="2"/>
              <a:buChar char="ü"/>
            </a:pPr>
            <a:r>
              <a:rPr lang="zh-CN" altLang="en-US" sz="2400">
                <a:latin typeface="宋体" panose="02010600030101010101" pitchFamily="2" charset="-122"/>
              </a:rPr>
              <a:t>过程每执行一次，就为它分配一块连续存储区，用来管理过程一次执行所需的信息，这块连续存储区称为</a:t>
            </a:r>
            <a:r>
              <a:rPr lang="zh-CN" altLang="en-US" sz="2400" b="1">
                <a:solidFill>
                  <a:srgbClr val="FF0000"/>
                </a:solidFill>
                <a:latin typeface="宋体" panose="02010600030101010101" pitchFamily="2" charset="-122"/>
              </a:rPr>
              <a:t>活动记录</a:t>
            </a:r>
            <a:r>
              <a:rPr lang="en-US" altLang="zh-CN" sz="2400">
                <a:latin typeface="宋体" panose="02010600030101010101" pitchFamily="2" charset="-122"/>
              </a:rPr>
              <a:t>( </a:t>
            </a:r>
            <a:r>
              <a:rPr lang="en-US" altLang="zh-CN" sz="2400" b="1">
                <a:latin typeface="宋体" panose="02010600030101010101" pitchFamily="2" charset="-122"/>
              </a:rPr>
              <a:t>activation record </a:t>
            </a:r>
            <a:r>
              <a:rPr lang="en-US" altLang="zh-CN" sz="2400">
                <a:latin typeface="宋体" panose="02010600030101010101" pitchFamily="2" charset="-122"/>
              </a:rPr>
              <a:t>)</a:t>
            </a:r>
            <a:endParaRPr lang="zh-CN" altLang="en-US" sz="2400">
              <a:latin typeface="宋体" panose="02010600030101010101" pitchFamily="2" charset="-122"/>
            </a:endParaRPr>
          </a:p>
        </p:txBody>
      </p:sp>
    </p:spTree>
    <p:extLst>
      <p:ext uri="{BB962C8B-B14F-4D97-AF65-F5344CB8AC3E}">
        <p14:creationId xmlns:p14="http://schemas.microsoft.com/office/powerpoint/2010/main" val="1878513933"/>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040560" cy="540000"/>
            <a:chOff x="1098228" y="755045"/>
            <a:chExt cx="5040560"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3858552" cy="335618"/>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活动记录的一般形式</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9" name="表格 9">
            <a:extLst>
              <a:ext uri="{FF2B5EF4-FFF2-40B4-BE49-F238E27FC236}">
                <a16:creationId xmlns:a16="http://schemas.microsoft.com/office/drawing/2014/main" id="{66DDCBDD-FE60-C3F8-619A-36CB2F9E3B5C}"/>
              </a:ext>
            </a:extLst>
          </p:cNvPr>
          <p:cNvGraphicFramePr>
            <a:graphicFrameLocks noGrp="1"/>
          </p:cNvGraphicFramePr>
          <p:nvPr>
            <p:extLst>
              <p:ext uri="{D42A27DB-BD31-4B8C-83A1-F6EECF244321}">
                <p14:modId xmlns:p14="http://schemas.microsoft.com/office/powerpoint/2010/main" val="529839709"/>
              </p:ext>
            </p:extLst>
          </p:nvPr>
        </p:nvGraphicFramePr>
        <p:xfrm>
          <a:off x="5132536" y="2410098"/>
          <a:ext cx="3685721" cy="4032000"/>
        </p:xfrm>
        <a:graphic>
          <a:graphicData uri="http://schemas.openxmlformats.org/drawingml/2006/table">
            <a:tbl>
              <a:tblPr firstRow="1" bandRow="1">
                <a:tableStyleId>{5940675A-B579-460E-94D1-54222C63F5DA}</a:tableStyleId>
              </a:tblPr>
              <a:tblGrid>
                <a:gridCol w="3685721">
                  <a:extLst>
                    <a:ext uri="{9D8B030D-6E8A-4147-A177-3AD203B41FA5}">
                      <a16:colId xmlns:a16="http://schemas.microsoft.com/office/drawing/2014/main" val="1841668712"/>
                    </a:ext>
                  </a:extLst>
                </a:gridCol>
              </a:tblGrid>
              <a:tr h="576000">
                <a:tc>
                  <a:txBody>
                    <a:bodyPr/>
                    <a:lstStyle/>
                    <a:p>
                      <a:pPr algn="ctr"/>
                      <a:r>
                        <a:rPr lang="zh-CN" altLang="en-US" sz="2800"/>
                        <a:t>实参</a:t>
                      </a:r>
                    </a:p>
                  </a:txBody>
                  <a:tcPr anchor="ctr">
                    <a:cell3D prstMaterial="dkEdge">
                      <a:bevel prst="coolSlant"/>
                      <a:lightRig rig="flood" dir="t"/>
                    </a:cell3D>
                  </a:tcPr>
                </a:tc>
                <a:extLst>
                  <a:ext uri="{0D108BD9-81ED-4DB2-BD59-A6C34878D82A}">
                    <a16:rowId xmlns:a16="http://schemas.microsoft.com/office/drawing/2014/main" val="1595709096"/>
                  </a:ext>
                </a:extLst>
              </a:tr>
              <a:tr h="576000">
                <a:tc>
                  <a:txBody>
                    <a:bodyPr/>
                    <a:lstStyle/>
                    <a:p>
                      <a:pPr algn="ctr"/>
                      <a:r>
                        <a:rPr lang="zh-CN" altLang="en-US" sz="2800"/>
                        <a:t>返回值</a:t>
                      </a:r>
                    </a:p>
                  </a:txBody>
                  <a:tcPr anchor="ctr">
                    <a:cell3D prstMaterial="dkEdge">
                      <a:bevel prst="coolSlant"/>
                      <a:lightRig rig="flood" dir="t"/>
                    </a:cell3D>
                  </a:tcPr>
                </a:tc>
                <a:extLst>
                  <a:ext uri="{0D108BD9-81ED-4DB2-BD59-A6C34878D82A}">
                    <a16:rowId xmlns:a16="http://schemas.microsoft.com/office/drawing/2014/main" val="2563420205"/>
                  </a:ext>
                </a:extLst>
              </a:tr>
              <a:tr h="576000">
                <a:tc>
                  <a:txBody>
                    <a:bodyPr/>
                    <a:lstStyle/>
                    <a:p>
                      <a:pPr algn="ctr"/>
                      <a:r>
                        <a:rPr lang="zh-CN" altLang="en-US" sz="2800"/>
                        <a:t>控制链</a:t>
                      </a:r>
                    </a:p>
                  </a:txBody>
                  <a:tcPr anchor="ctr">
                    <a:cell3D prstMaterial="dkEdge">
                      <a:bevel prst="coolSlant"/>
                      <a:lightRig rig="flood" dir="t"/>
                    </a:cell3D>
                  </a:tcPr>
                </a:tc>
                <a:extLst>
                  <a:ext uri="{0D108BD9-81ED-4DB2-BD59-A6C34878D82A}">
                    <a16:rowId xmlns:a16="http://schemas.microsoft.com/office/drawing/2014/main" val="1424019515"/>
                  </a:ext>
                </a:extLst>
              </a:tr>
              <a:tr h="576000">
                <a:tc>
                  <a:txBody>
                    <a:bodyPr/>
                    <a:lstStyle/>
                    <a:p>
                      <a:pPr algn="ctr"/>
                      <a:r>
                        <a:rPr lang="zh-CN" altLang="en-US" sz="2800"/>
                        <a:t>访问链</a:t>
                      </a:r>
                    </a:p>
                  </a:txBody>
                  <a:tcPr anchor="ctr">
                    <a:cell3D prstMaterial="dkEdge">
                      <a:bevel prst="coolSlant"/>
                      <a:lightRig rig="flood" dir="t"/>
                    </a:cell3D>
                  </a:tcPr>
                </a:tc>
                <a:extLst>
                  <a:ext uri="{0D108BD9-81ED-4DB2-BD59-A6C34878D82A}">
                    <a16:rowId xmlns:a16="http://schemas.microsoft.com/office/drawing/2014/main" val="965831077"/>
                  </a:ext>
                </a:extLst>
              </a:tr>
              <a:tr h="576000">
                <a:tc>
                  <a:txBody>
                    <a:bodyPr/>
                    <a:lstStyle/>
                    <a:p>
                      <a:pPr algn="ctr"/>
                      <a:r>
                        <a:rPr lang="zh-CN" altLang="en-US" sz="2800"/>
                        <a:t>保存的机器状态</a:t>
                      </a:r>
                    </a:p>
                  </a:txBody>
                  <a:tcPr anchor="ctr">
                    <a:cell3D prstMaterial="dkEdge">
                      <a:bevel prst="coolSlant"/>
                      <a:lightRig rig="flood" dir="t"/>
                    </a:cell3D>
                  </a:tcPr>
                </a:tc>
                <a:extLst>
                  <a:ext uri="{0D108BD9-81ED-4DB2-BD59-A6C34878D82A}">
                    <a16:rowId xmlns:a16="http://schemas.microsoft.com/office/drawing/2014/main" val="253377952"/>
                  </a:ext>
                </a:extLst>
              </a:tr>
              <a:tr h="576000">
                <a:tc>
                  <a:txBody>
                    <a:bodyPr/>
                    <a:lstStyle/>
                    <a:p>
                      <a:pPr algn="ctr"/>
                      <a:r>
                        <a:rPr lang="zh-CN" altLang="en-US" sz="2800"/>
                        <a:t>局部数据</a:t>
                      </a:r>
                    </a:p>
                  </a:txBody>
                  <a:tcPr anchor="ctr">
                    <a:cell3D prstMaterial="dkEdge">
                      <a:bevel prst="coolSlant"/>
                      <a:lightRig rig="flood" dir="t"/>
                    </a:cell3D>
                  </a:tcPr>
                </a:tc>
                <a:extLst>
                  <a:ext uri="{0D108BD9-81ED-4DB2-BD59-A6C34878D82A}">
                    <a16:rowId xmlns:a16="http://schemas.microsoft.com/office/drawing/2014/main" val="2050526339"/>
                  </a:ext>
                </a:extLst>
              </a:tr>
              <a:tr h="576000">
                <a:tc>
                  <a:txBody>
                    <a:bodyPr/>
                    <a:lstStyle/>
                    <a:p>
                      <a:pPr algn="ctr"/>
                      <a:r>
                        <a:rPr lang="zh-CN" altLang="en-US" sz="2800"/>
                        <a:t>零时变量</a:t>
                      </a:r>
                    </a:p>
                  </a:txBody>
                  <a:tcPr anchor="ctr">
                    <a:cell3D prstMaterial="dkEdge">
                      <a:bevel prst="coolSlant"/>
                      <a:lightRig rig="flood" dir="t"/>
                    </a:cell3D>
                  </a:tcPr>
                </a:tc>
                <a:extLst>
                  <a:ext uri="{0D108BD9-81ED-4DB2-BD59-A6C34878D82A}">
                    <a16:rowId xmlns:a16="http://schemas.microsoft.com/office/drawing/2014/main" val="1194049165"/>
                  </a:ext>
                </a:extLst>
              </a:tr>
            </a:tbl>
          </a:graphicData>
        </a:graphic>
      </p:graphicFrame>
      <p:sp>
        <p:nvSpPr>
          <p:cNvPr id="10" name="标注: 线形(带强调线) 9">
            <a:extLst>
              <a:ext uri="{FF2B5EF4-FFF2-40B4-BE49-F238E27FC236}">
                <a16:creationId xmlns:a16="http://schemas.microsoft.com/office/drawing/2014/main" id="{DA4F159C-3A8E-5342-AE43-D14DF448A3F3}"/>
              </a:ext>
            </a:extLst>
          </p:cNvPr>
          <p:cNvSpPr/>
          <p:nvPr/>
        </p:nvSpPr>
        <p:spPr bwMode="auto">
          <a:xfrm>
            <a:off x="812056" y="3174470"/>
            <a:ext cx="3240360" cy="540000"/>
          </a:xfrm>
          <a:prstGeom prst="accentCallout1">
            <a:avLst>
              <a:gd name="adj1" fmla="val 76017"/>
              <a:gd name="adj2" fmla="val 105843"/>
              <a:gd name="adj3" fmla="val 135814"/>
              <a:gd name="adj4" fmla="val 163997"/>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400" b="0" i="0" u="none" strike="noStrike" cap="none" normalizeH="0" baseline="0">
                <a:ln>
                  <a:noFill/>
                </a:ln>
                <a:solidFill>
                  <a:schemeClr val="tx1"/>
                </a:solidFill>
                <a:effectLst/>
                <a:latin typeface="Verdana" pitchFamily="34" charset="0"/>
                <a:ea typeface="宋体" pitchFamily="2" charset="-122"/>
              </a:rPr>
              <a:t>指向调用者的活动记录</a:t>
            </a:r>
          </a:p>
        </p:txBody>
      </p:sp>
      <p:sp>
        <p:nvSpPr>
          <p:cNvPr id="11" name="标注: 线形(带强调线) 10">
            <a:extLst>
              <a:ext uri="{FF2B5EF4-FFF2-40B4-BE49-F238E27FC236}">
                <a16:creationId xmlns:a16="http://schemas.microsoft.com/office/drawing/2014/main" id="{7A3D2853-C503-C31E-99D4-2E61048C114F}"/>
              </a:ext>
            </a:extLst>
          </p:cNvPr>
          <p:cNvSpPr/>
          <p:nvPr/>
        </p:nvSpPr>
        <p:spPr bwMode="auto">
          <a:xfrm>
            <a:off x="791592" y="4858370"/>
            <a:ext cx="3240360" cy="792000"/>
          </a:xfrm>
          <a:prstGeom prst="accentCallout1">
            <a:avLst>
              <a:gd name="adj1" fmla="val 76017"/>
              <a:gd name="adj2" fmla="val 105843"/>
              <a:gd name="adj3" fmla="val -60661"/>
              <a:gd name="adj4" fmla="val 166472"/>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400" b="0" i="0" u="none" strike="noStrike" cap="none" normalizeH="0" baseline="0">
                <a:ln>
                  <a:noFill/>
                </a:ln>
                <a:solidFill>
                  <a:schemeClr val="tx1"/>
                </a:solidFill>
                <a:effectLst/>
                <a:latin typeface="Verdana" pitchFamily="34" charset="0"/>
                <a:ea typeface="宋体" pitchFamily="2" charset="-122"/>
              </a:rPr>
              <a:t>用来访问存放于其它活动记录中的非局部数据</a:t>
            </a:r>
          </a:p>
        </p:txBody>
      </p:sp>
    </p:spTree>
    <p:extLst>
      <p:ext uri="{BB962C8B-B14F-4D97-AF65-F5344CB8AC3E}">
        <p14:creationId xmlns:p14="http://schemas.microsoft.com/office/powerpoint/2010/main" val="3055713832"/>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075565-EB19-C1F4-D244-49A95522D153}"/>
              </a:ext>
            </a:extLst>
          </p:cNvPr>
          <p:cNvSpPr>
            <a:spLocks noGrp="1"/>
          </p:cNvSpPr>
          <p:nvPr>
            <p:ph type="title"/>
          </p:nvPr>
        </p:nvSpPr>
        <p:spPr/>
        <p:txBody>
          <a:bodyPr/>
          <a:lstStyle/>
          <a:p>
            <a:r>
              <a:rPr lang="en-US" altLang="zh-CN"/>
              <a:t>9.2 </a:t>
            </a:r>
            <a:r>
              <a:rPr lang="zh-CN" altLang="en-US"/>
              <a:t>静态存储分配</a:t>
            </a:r>
          </a:p>
        </p:txBody>
      </p:sp>
      <p:sp>
        <p:nvSpPr>
          <p:cNvPr id="3" name="文本框 2">
            <a:extLst>
              <a:ext uri="{FF2B5EF4-FFF2-40B4-BE49-F238E27FC236}">
                <a16:creationId xmlns:a16="http://schemas.microsoft.com/office/drawing/2014/main" id="{149321FC-AB43-15CA-8001-2DD6461B53D2}"/>
              </a:ext>
            </a:extLst>
          </p:cNvPr>
          <p:cNvSpPr txBox="1"/>
          <p:nvPr/>
        </p:nvSpPr>
        <p:spPr>
          <a:xfrm>
            <a:off x="1892176" y="2338090"/>
            <a:ext cx="9289032" cy="3234540"/>
          </a:xfrm>
          <a:prstGeom prst="rect">
            <a:avLst/>
          </a:prstGeom>
          <a:noFill/>
        </p:spPr>
        <p:txBody>
          <a:bodyPr wrap="square" rtlCol="0">
            <a:spAutoFit/>
          </a:bodyPr>
          <a:lstStyle/>
          <a:p>
            <a:pPr marL="457200" indent="-457200">
              <a:lnSpc>
                <a:spcPct val="150000"/>
              </a:lnSpc>
              <a:buFont typeface="Wingdings" panose="05000000000000000000" pitchFamily="2" charset="2"/>
              <a:buChar char="ü"/>
            </a:pPr>
            <a:r>
              <a:rPr lang="zh-CN" altLang="en-US"/>
              <a:t>在静态存储分配中，编译器为每个过程确定其活动记录在目标程序中的位置；</a:t>
            </a:r>
            <a:endParaRPr lang="en-US" altLang="zh-CN"/>
          </a:p>
          <a:p>
            <a:pPr marL="457200" indent="-457200">
              <a:lnSpc>
                <a:spcPct val="150000"/>
              </a:lnSpc>
              <a:buFont typeface="Wingdings" panose="05000000000000000000" pitchFamily="2" charset="2"/>
              <a:buChar char="ü"/>
            </a:pPr>
            <a:r>
              <a:rPr lang="zh-CN" altLang="en-US"/>
              <a:t>过程中每个名字的存储位置就确定了；</a:t>
            </a:r>
            <a:endParaRPr lang="en-US" altLang="zh-CN"/>
          </a:p>
          <a:p>
            <a:pPr marL="457200" indent="-457200">
              <a:lnSpc>
                <a:spcPct val="150000"/>
              </a:lnSpc>
              <a:buFont typeface="Wingdings" panose="05000000000000000000" pitchFamily="2" charset="2"/>
              <a:buChar char="ü"/>
            </a:pPr>
            <a:r>
              <a:rPr lang="zh-CN" altLang="en-US"/>
              <a:t>这些名字的存储地址可以被编译到目标代码中；</a:t>
            </a:r>
            <a:endParaRPr lang="en-US" altLang="zh-CN"/>
          </a:p>
          <a:p>
            <a:pPr marL="457200" indent="-457200">
              <a:lnSpc>
                <a:spcPct val="150000"/>
              </a:lnSpc>
              <a:buFont typeface="Wingdings" panose="05000000000000000000" pitchFamily="2" charset="2"/>
              <a:buChar char="ü"/>
            </a:pPr>
            <a:r>
              <a:rPr lang="zh-CN" altLang="en-US"/>
              <a:t>过程每次执行时，它的名字都绑定到同样的存储单元。</a:t>
            </a:r>
          </a:p>
        </p:txBody>
      </p:sp>
    </p:spTree>
    <p:extLst>
      <p:ext uri="{BB962C8B-B14F-4D97-AF65-F5344CB8AC3E}">
        <p14:creationId xmlns:p14="http://schemas.microsoft.com/office/powerpoint/2010/main" val="916225559"/>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4506624" cy="332093"/>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静态存储分配的限制条件</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6" name="文本框 5">
            <a:extLst>
              <a:ext uri="{FF2B5EF4-FFF2-40B4-BE49-F238E27FC236}">
                <a16:creationId xmlns:a16="http://schemas.microsoft.com/office/drawing/2014/main" id="{3E1D3606-8CDA-2226-329F-9D37B70E2132}"/>
              </a:ext>
            </a:extLst>
          </p:cNvPr>
          <p:cNvSpPr txBox="1"/>
          <p:nvPr/>
        </p:nvSpPr>
        <p:spPr>
          <a:xfrm>
            <a:off x="2204795" y="2070715"/>
            <a:ext cx="6192687" cy="1667764"/>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zh-CN" altLang="en-US" sz="2400">
                <a:latin typeface="宋体" panose="02010600030101010101" pitchFamily="2" charset="-122"/>
              </a:rPr>
              <a:t>数组上下界必须是常数；</a:t>
            </a:r>
            <a:endParaRPr lang="en-US" altLang="zh-CN" sz="2400">
              <a:latin typeface="宋体" panose="02010600030101010101" pitchFamily="2" charset="-122"/>
            </a:endParaRPr>
          </a:p>
          <a:p>
            <a:pPr marL="342900" indent="-342900">
              <a:lnSpc>
                <a:spcPct val="150000"/>
              </a:lnSpc>
              <a:buFont typeface="Wingdings" panose="05000000000000000000" pitchFamily="2" charset="2"/>
              <a:buChar char="ü"/>
            </a:pPr>
            <a:r>
              <a:rPr lang="zh-CN" altLang="en-US" sz="2400">
                <a:latin typeface="宋体" panose="02010600030101010101" pitchFamily="2" charset="-122"/>
              </a:rPr>
              <a:t>不允许过程的递归调用；</a:t>
            </a:r>
            <a:endParaRPr lang="en-US" altLang="zh-CN" sz="2400">
              <a:latin typeface="宋体" panose="02010600030101010101" pitchFamily="2" charset="-122"/>
            </a:endParaRPr>
          </a:p>
          <a:p>
            <a:pPr marL="342900" indent="-342900">
              <a:lnSpc>
                <a:spcPct val="150000"/>
              </a:lnSpc>
              <a:buFont typeface="Wingdings" panose="05000000000000000000" pitchFamily="2" charset="2"/>
              <a:buChar char="ü"/>
            </a:pPr>
            <a:r>
              <a:rPr lang="zh-CN" altLang="en-US" sz="2400">
                <a:latin typeface="宋体" panose="02010600030101010101" pitchFamily="2" charset="-122"/>
              </a:rPr>
              <a:t>不允许动态建立数据实体</a:t>
            </a:r>
          </a:p>
        </p:txBody>
      </p:sp>
    </p:spTree>
    <p:extLst>
      <p:ext uri="{BB962C8B-B14F-4D97-AF65-F5344CB8AC3E}">
        <p14:creationId xmlns:p14="http://schemas.microsoft.com/office/powerpoint/2010/main" val="47221125"/>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常用静态存储分配方法</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5" name="表格 6">
            <a:extLst>
              <a:ext uri="{FF2B5EF4-FFF2-40B4-BE49-F238E27FC236}">
                <a16:creationId xmlns:a16="http://schemas.microsoft.com/office/drawing/2014/main" id="{836258EB-90AB-A18F-D82D-3829ED44CEE4}"/>
              </a:ext>
            </a:extLst>
          </p:cNvPr>
          <p:cNvGraphicFramePr>
            <a:graphicFrameLocks noGrp="1"/>
          </p:cNvGraphicFramePr>
          <p:nvPr>
            <p:extLst>
              <p:ext uri="{D42A27DB-BD31-4B8C-83A1-F6EECF244321}">
                <p14:modId xmlns:p14="http://schemas.microsoft.com/office/powerpoint/2010/main" val="853596562"/>
              </p:ext>
            </p:extLst>
          </p:nvPr>
        </p:nvGraphicFramePr>
        <p:xfrm>
          <a:off x="2468241" y="2410098"/>
          <a:ext cx="3960000" cy="1440000"/>
        </p:xfrm>
        <a:graphic>
          <a:graphicData uri="http://schemas.openxmlformats.org/drawingml/2006/table">
            <a:tbl>
              <a:tblPr firstRow="1" bandRow="1">
                <a:tableStyleId>{5940675A-B579-460E-94D1-54222C63F5DA}</a:tableStyleId>
              </a:tblPr>
              <a:tblGrid>
                <a:gridCol w="3960000">
                  <a:extLst>
                    <a:ext uri="{9D8B030D-6E8A-4147-A177-3AD203B41FA5}">
                      <a16:colId xmlns:a16="http://schemas.microsoft.com/office/drawing/2014/main" val="49581941"/>
                    </a:ext>
                  </a:extLst>
                </a:gridCol>
              </a:tblGrid>
              <a:tr h="720000">
                <a:tc>
                  <a:txBody>
                    <a:bodyPr/>
                    <a:lstStyle/>
                    <a:p>
                      <a:pPr marL="457200" indent="-457200" algn="l">
                        <a:buFont typeface="Wingdings" panose="05000000000000000000" pitchFamily="2" charset="2"/>
                        <a:buChar char="Ø"/>
                      </a:pPr>
                      <a:r>
                        <a:rPr lang="zh-CN" altLang="en-US" sz="2800">
                          <a:latin typeface="宋体" panose="02010600030101010101" pitchFamily="2" charset="-122"/>
                          <a:ea typeface="宋体" panose="02010600030101010101" pitchFamily="2" charset="-122"/>
                        </a:rPr>
                        <a:t>顺序分配法</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cell3D prstMaterial="dkEdge">
                      <a:bevel/>
                      <a:lightRig rig="flood" dir="t"/>
                    </a:cell3D>
                  </a:tcPr>
                </a:tc>
                <a:extLst>
                  <a:ext uri="{0D108BD9-81ED-4DB2-BD59-A6C34878D82A}">
                    <a16:rowId xmlns:a16="http://schemas.microsoft.com/office/drawing/2014/main" val="2567071458"/>
                  </a:ext>
                </a:extLst>
              </a:tr>
              <a:tr h="720000">
                <a:tc>
                  <a:txBody>
                    <a:bodyPr/>
                    <a:lstStyle/>
                    <a:p>
                      <a:pPr marL="457200" indent="-457200">
                        <a:buFont typeface="Wingdings" panose="05000000000000000000" pitchFamily="2" charset="2"/>
                        <a:buChar char="Ø"/>
                      </a:pPr>
                      <a:r>
                        <a:rPr lang="zh-CN" altLang="en-US" sz="2800">
                          <a:latin typeface="宋体" panose="02010600030101010101" pitchFamily="2" charset="-122"/>
                          <a:ea typeface="宋体" panose="02010600030101010101" pitchFamily="2" charset="-122"/>
                        </a:rPr>
                        <a:t>层次分配法</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cell3D prstMaterial="dkEdge">
                      <a:bevel/>
                      <a:lightRig rig="flood" dir="t"/>
                    </a:cell3D>
                  </a:tcPr>
                </a:tc>
                <a:extLst>
                  <a:ext uri="{0D108BD9-81ED-4DB2-BD59-A6C34878D82A}">
                    <a16:rowId xmlns:a16="http://schemas.microsoft.com/office/drawing/2014/main" val="4170853088"/>
                  </a:ext>
                </a:extLst>
              </a:tr>
            </a:tbl>
          </a:graphicData>
        </a:graphic>
      </p:graphicFrame>
    </p:spTree>
    <p:extLst>
      <p:ext uri="{BB962C8B-B14F-4D97-AF65-F5344CB8AC3E}">
        <p14:creationId xmlns:p14="http://schemas.microsoft.com/office/powerpoint/2010/main" val="2417278303"/>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顺序分配法</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6" name="文本框 5">
            <a:extLst>
              <a:ext uri="{FF2B5EF4-FFF2-40B4-BE49-F238E27FC236}">
                <a16:creationId xmlns:a16="http://schemas.microsoft.com/office/drawing/2014/main" id="{0DBFAB9A-8B4C-05F3-210B-FD75A12FDF33}"/>
              </a:ext>
            </a:extLst>
          </p:cNvPr>
          <p:cNvSpPr txBox="1"/>
          <p:nvPr/>
        </p:nvSpPr>
        <p:spPr>
          <a:xfrm>
            <a:off x="1964184" y="1546002"/>
            <a:ext cx="7848872" cy="929100"/>
          </a:xfrm>
          <a:prstGeom prst="rect">
            <a:avLst/>
          </a:prstGeom>
          <a:noFill/>
        </p:spPr>
        <p:txBody>
          <a:bodyPr wrap="square" rtlCol="0">
            <a:spAutoFit/>
          </a:bodyPr>
          <a:lstStyle/>
          <a:p>
            <a:pPr marL="342900" indent="-342900" algn="l">
              <a:buFont typeface="Wingdings" panose="05000000000000000000" pitchFamily="2" charset="2"/>
              <a:buChar char="ü"/>
            </a:pPr>
            <a:r>
              <a:rPr lang="zh-CN" altLang="en-US" sz="2400">
                <a:latin typeface="宋体" panose="02010600030101010101" pitchFamily="2" charset="-122"/>
                <a:ea typeface="宋体" panose="02010600030101010101" pitchFamily="2" charset="-122"/>
              </a:rPr>
              <a:t>按照过程出现的先后顺序逐段分配存储空间。</a:t>
            </a:r>
          </a:p>
          <a:p>
            <a:pPr marL="342900" indent="-342900">
              <a:lnSpc>
                <a:spcPct val="150000"/>
              </a:lnSpc>
              <a:buFont typeface="Wingdings" panose="05000000000000000000" pitchFamily="2" charset="2"/>
              <a:buChar char="ü"/>
            </a:pPr>
            <a:r>
              <a:rPr lang="zh-CN" altLang="en-US" sz="2400">
                <a:latin typeface="宋体" panose="02010600030101010101" pitchFamily="2" charset="-122"/>
                <a:ea typeface="宋体" panose="02010600030101010101" pitchFamily="2" charset="-122"/>
              </a:rPr>
              <a:t>各过程的活动记录占用互不相交的存储空间。</a:t>
            </a:r>
            <a:endParaRPr lang="zh-CN" altLang="en-US" sz="2400">
              <a:latin typeface="宋体" panose="02010600030101010101" pitchFamily="2" charset="-122"/>
            </a:endParaRPr>
          </a:p>
        </p:txBody>
      </p:sp>
      <p:sp>
        <p:nvSpPr>
          <p:cNvPr id="7" name="文本框 6">
            <a:extLst>
              <a:ext uri="{FF2B5EF4-FFF2-40B4-BE49-F238E27FC236}">
                <a16:creationId xmlns:a16="http://schemas.microsoft.com/office/drawing/2014/main" id="{5B9DF812-B4D2-D6F9-C3C6-980DE2F48C75}"/>
              </a:ext>
            </a:extLst>
          </p:cNvPr>
          <p:cNvSpPr txBox="1"/>
          <p:nvPr/>
        </p:nvSpPr>
        <p:spPr>
          <a:xfrm>
            <a:off x="6013817" y="2955483"/>
            <a:ext cx="792205" cy="400110"/>
          </a:xfrm>
          <a:prstGeom prst="rect">
            <a:avLst/>
          </a:prstGeom>
          <a:noFill/>
        </p:spPr>
        <p:txBody>
          <a:bodyPr wrap="none" rtlCol="0">
            <a:spAutoFit/>
          </a:bodyPr>
          <a:lstStyle/>
          <a:p>
            <a:r>
              <a:rPr lang="en-US" altLang="zh-CN" sz="2000"/>
              <a:t>1/22</a:t>
            </a:r>
            <a:endParaRPr lang="zh-CN" altLang="en-US" sz="2000"/>
          </a:p>
        </p:txBody>
      </p:sp>
      <p:sp>
        <p:nvSpPr>
          <p:cNvPr id="8" name="文本框 7">
            <a:extLst>
              <a:ext uri="{FF2B5EF4-FFF2-40B4-BE49-F238E27FC236}">
                <a16:creationId xmlns:a16="http://schemas.microsoft.com/office/drawing/2014/main" id="{71C6C3E5-21B3-3B12-8381-C559EACE86DD}"/>
              </a:ext>
            </a:extLst>
          </p:cNvPr>
          <p:cNvSpPr txBox="1"/>
          <p:nvPr/>
        </p:nvSpPr>
        <p:spPr>
          <a:xfrm>
            <a:off x="5297100" y="3971835"/>
            <a:ext cx="792205" cy="400110"/>
          </a:xfrm>
          <a:prstGeom prst="rect">
            <a:avLst/>
          </a:prstGeom>
          <a:noFill/>
        </p:spPr>
        <p:txBody>
          <a:bodyPr wrap="none" rtlCol="0">
            <a:spAutoFit/>
          </a:bodyPr>
          <a:lstStyle/>
          <a:p>
            <a:r>
              <a:rPr lang="en-US" altLang="zh-CN" sz="2000"/>
              <a:t>2/15</a:t>
            </a:r>
            <a:endParaRPr lang="zh-CN" altLang="en-US" sz="2000"/>
          </a:p>
        </p:txBody>
      </p:sp>
      <p:sp>
        <p:nvSpPr>
          <p:cNvPr id="9" name="文本框 8">
            <a:extLst>
              <a:ext uri="{FF2B5EF4-FFF2-40B4-BE49-F238E27FC236}">
                <a16:creationId xmlns:a16="http://schemas.microsoft.com/office/drawing/2014/main" id="{E900B3FA-B487-4468-BDEE-33DF68D574C4}"/>
              </a:ext>
            </a:extLst>
          </p:cNvPr>
          <p:cNvSpPr txBox="1"/>
          <p:nvPr/>
        </p:nvSpPr>
        <p:spPr>
          <a:xfrm>
            <a:off x="6716712" y="3950903"/>
            <a:ext cx="792205" cy="400110"/>
          </a:xfrm>
          <a:prstGeom prst="rect">
            <a:avLst/>
          </a:prstGeom>
          <a:noFill/>
        </p:spPr>
        <p:txBody>
          <a:bodyPr wrap="none" rtlCol="0">
            <a:spAutoFit/>
          </a:bodyPr>
          <a:lstStyle/>
          <a:p>
            <a:r>
              <a:rPr lang="en-US" altLang="zh-CN" sz="2000"/>
              <a:t>3/18</a:t>
            </a:r>
            <a:endParaRPr lang="zh-CN" altLang="en-US" sz="2000"/>
          </a:p>
        </p:txBody>
      </p:sp>
      <p:sp>
        <p:nvSpPr>
          <p:cNvPr id="10" name="文本框 9">
            <a:extLst>
              <a:ext uri="{FF2B5EF4-FFF2-40B4-BE49-F238E27FC236}">
                <a16:creationId xmlns:a16="http://schemas.microsoft.com/office/drawing/2014/main" id="{7AA90344-0EEF-4F1C-B074-7AB63921CB8F}"/>
              </a:ext>
            </a:extLst>
          </p:cNvPr>
          <p:cNvSpPr txBox="1"/>
          <p:nvPr/>
        </p:nvSpPr>
        <p:spPr>
          <a:xfrm>
            <a:off x="4685463" y="5247581"/>
            <a:ext cx="792205" cy="400110"/>
          </a:xfrm>
          <a:prstGeom prst="rect">
            <a:avLst/>
          </a:prstGeom>
          <a:noFill/>
        </p:spPr>
        <p:txBody>
          <a:bodyPr wrap="none" rtlCol="0">
            <a:spAutoFit/>
          </a:bodyPr>
          <a:lstStyle/>
          <a:p>
            <a:r>
              <a:rPr lang="en-US" altLang="zh-CN" sz="2000"/>
              <a:t>4/17</a:t>
            </a:r>
            <a:endParaRPr lang="zh-CN" altLang="en-US" sz="2000"/>
          </a:p>
        </p:txBody>
      </p:sp>
      <p:sp>
        <p:nvSpPr>
          <p:cNvPr id="11" name="文本框 10">
            <a:extLst>
              <a:ext uri="{FF2B5EF4-FFF2-40B4-BE49-F238E27FC236}">
                <a16:creationId xmlns:a16="http://schemas.microsoft.com/office/drawing/2014/main" id="{4A92E8DD-AD6C-97D6-675E-4F4F4CD3C40A}"/>
              </a:ext>
            </a:extLst>
          </p:cNvPr>
          <p:cNvSpPr txBox="1"/>
          <p:nvPr/>
        </p:nvSpPr>
        <p:spPr>
          <a:xfrm>
            <a:off x="6097190" y="5247581"/>
            <a:ext cx="792205" cy="400110"/>
          </a:xfrm>
          <a:prstGeom prst="rect">
            <a:avLst/>
          </a:prstGeom>
          <a:noFill/>
        </p:spPr>
        <p:txBody>
          <a:bodyPr wrap="none" rtlCol="0">
            <a:spAutoFit/>
          </a:bodyPr>
          <a:lstStyle/>
          <a:p>
            <a:r>
              <a:rPr lang="en-US" altLang="zh-CN" sz="2000"/>
              <a:t>6/10</a:t>
            </a:r>
            <a:endParaRPr lang="zh-CN" altLang="en-US" sz="2000"/>
          </a:p>
        </p:txBody>
      </p:sp>
      <p:sp>
        <p:nvSpPr>
          <p:cNvPr id="12" name="文本框 11">
            <a:extLst>
              <a:ext uri="{FF2B5EF4-FFF2-40B4-BE49-F238E27FC236}">
                <a16:creationId xmlns:a16="http://schemas.microsoft.com/office/drawing/2014/main" id="{96E6F870-696D-5338-9557-8AC2A952366E}"/>
              </a:ext>
            </a:extLst>
          </p:cNvPr>
          <p:cNvSpPr txBox="1"/>
          <p:nvPr/>
        </p:nvSpPr>
        <p:spPr>
          <a:xfrm>
            <a:off x="7508917" y="5247581"/>
            <a:ext cx="792205" cy="400110"/>
          </a:xfrm>
          <a:prstGeom prst="rect">
            <a:avLst/>
          </a:prstGeom>
          <a:noFill/>
        </p:spPr>
        <p:txBody>
          <a:bodyPr wrap="none" rtlCol="0">
            <a:spAutoFit/>
          </a:bodyPr>
          <a:lstStyle/>
          <a:p>
            <a:r>
              <a:rPr lang="en-US" altLang="zh-CN" sz="2000"/>
              <a:t>5/23</a:t>
            </a:r>
            <a:endParaRPr lang="zh-CN" altLang="en-US" sz="2000"/>
          </a:p>
        </p:txBody>
      </p:sp>
      <p:cxnSp>
        <p:nvCxnSpPr>
          <p:cNvPr id="14" name="直接连接符 13">
            <a:extLst>
              <a:ext uri="{FF2B5EF4-FFF2-40B4-BE49-F238E27FC236}">
                <a16:creationId xmlns:a16="http://schemas.microsoft.com/office/drawing/2014/main" id="{0203BCA1-4DB0-4215-16AF-883DC28771CF}"/>
              </a:ext>
            </a:extLst>
          </p:cNvPr>
          <p:cNvCxnSpPr>
            <a:stCxn id="7" idx="2"/>
            <a:endCxn id="8" idx="0"/>
          </p:cNvCxnSpPr>
          <p:nvPr/>
        </p:nvCxnSpPr>
        <p:spPr bwMode="auto">
          <a:xfrm flipH="1">
            <a:off x="5693203" y="3355593"/>
            <a:ext cx="716717" cy="61624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3D63AE5F-E267-457B-4413-4325FCA9BF23}"/>
              </a:ext>
            </a:extLst>
          </p:cNvPr>
          <p:cNvCxnSpPr>
            <a:stCxn id="7" idx="2"/>
            <a:endCxn id="9" idx="0"/>
          </p:cNvCxnSpPr>
          <p:nvPr/>
        </p:nvCxnSpPr>
        <p:spPr bwMode="auto">
          <a:xfrm>
            <a:off x="6409920" y="3355593"/>
            <a:ext cx="702895" cy="595310"/>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18" name="直接连接符 17">
            <a:extLst>
              <a:ext uri="{FF2B5EF4-FFF2-40B4-BE49-F238E27FC236}">
                <a16:creationId xmlns:a16="http://schemas.microsoft.com/office/drawing/2014/main" id="{EA98CD4C-6432-A90B-8FD5-716752AB28B3}"/>
              </a:ext>
            </a:extLst>
          </p:cNvPr>
          <p:cNvCxnSpPr>
            <a:cxnSpLocks/>
            <a:stCxn id="8" idx="2"/>
            <a:endCxn id="10" idx="0"/>
          </p:cNvCxnSpPr>
          <p:nvPr/>
        </p:nvCxnSpPr>
        <p:spPr bwMode="auto">
          <a:xfrm flipH="1">
            <a:off x="5081566" y="4371945"/>
            <a:ext cx="611637" cy="8756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1" name="直接连接符 20">
            <a:extLst>
              <a:ext uri="{FF2B5EF4-FFF2-40B4-BE49-F238E27FC236}">
                <a16:creationId xmlns:a16="http://schemas.microsoft.com/office/drawing/2014/main" id="{E1A8D112-853F-DE69-FFDE-63EAF146B717}"/>
              </a:ext>
            </a:extLst>
          </p:cNvPr>
          <p:cNvCxnSpPr>
            <a:cxnSpLocks/>
            <a:stCxn id="8" idx="2"/>
            <a:endCxn id="11" idx="0"/>
          </p:cNvCxnSpPr>
          <p:nvPr/>
        </p:nvCxnSpPr>
        <p:spPr bwMode="auto">
          <a:xfrm>
            <a:off x="5693203" y="4371945"/>
            <a:ext cx="800090" cy="8756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5" name="直接连接符 24">
            <a:extLst>
              <a:ext uri="{FF2B5EF4-FFF2-40B4-BE49-F238E27FC236}">
                <a16:creationId xmlns:a16="http://schemas.microsoft.com/office/drawing/2014/main" id="{73A77D22-F268-83BC-75EC-CB72A40384CF}"/>
              </a:ext>
            </a:extLst>
          </p:cNvPr>
          <p:cNvCxnSpPr>
            <a:stCxn id="9" idx="2"/>
            <a:endCxn id="12" idx="0"/>
          </p:cNvCxnSpPr>
          <p:nvPr/>
        </p:nvCxnSpPr>
        <p:spPr bwMode="auto">
          <a:xfrm>
            <a:off x="7112815" y="4351013"/>
            <a:ext cx="792205" cy="8965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7" name="直接连接符 26">
            <a:extLst>
              <a:ext uri="{FF2B5EF4-FFF2-40B4-BE49-F238E27FC236}">
                <a16:creationId xmlns:a16="http://schemas.microsoft.com/office/drawing/2014/main" id="{7FAA4B81-1375-DC2F-6FA1-29F9BE1188AC}"/>
              </a:ext>
            </a:extLst>
          </p:cNvPr>
          <p:cNvCxnSpPr>
            <a:cxnSpLocks/>
            <a:stCxn id="9" idx="2"/>
            <a:endCxn id="11" idx="0"/>
          </p:cNvCxnSpPr>
          <p:nvPr/>
        </p:nvCxnSpPr>
        <p:spPr bwMode="auto">
          <a:xfrm flipH="1">
            <a:off x="6493293" y="4351013"/>
            <a:ext cx="619522" cy="8965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sp>
        <p:nvSpPr>
          <p:cNvPr id="43" name="文本框 42">
            <a:extLst>
              <a:ext uri="{FF2B5EF4-FFF2-40B4-BE49-F238E27FC236}">
                <a16:creationId xmlns:a16="http://schemas.microsoft.com/office/drawing/2014/main" id="{0B56819E-CDE3-E4F4-2BFC-62F6499113F8}"/>
              </a:ext>
            </a:extLst>
          </p:cNvPr>
          <p:cNvSpPr txBox="1"/>
          <p:nvPr/>
        </p:nvSpPr>
        <p:spPr>
          <a:xfrm>
            <a:off x="5038529" y="5868678"/>
            <a:ext cx="2866490" cy="400110"/>
          </a:xfrm>
          <a:prstGeom prst="rect">
            <a:avLst/>
          </a:prstGeom>
          <a:solidFill>
            <a:schemeClr val="accent5">
              <a:lumMod val="75000"/>
            </a:schemeClr>
          </a:solidFill>
        </p:spPr>
        <p:txBody>
          <a:bodyPr wrap="none" rtlCol="0">
            <a:spAutoFit/>
          </a:bodyPr>
          <a:lstStyle/>
          <a:p>
            <a:r>
              <a:rPr lang="zh-CN" altLang="en-US" sz="2000"/>
              <a:t>过程编号</a:t>
            </a:r>
            <a:r>
              <a:rPr lang="en-US" altLang="zh-CN" sz="2000"/>
              <a:t>/</a:t>
            </a:r>
            <a:r>
              <a:rPr lang="zh-CN" altLang="en-US" sz="2000"/>
              <a:t>所需存储空间</a:t>
            </a:r>
          </a:p>
        </p:txBody>
      </p:sp>
      <p:graphicFrame>
        <p:nvGraphicFramePr>
          <p:cNvPr id="44" name="表格 44">
            <a:extLst>
              <a:ext uri="{FF2B5EF4-FFF2-40B4-BE49-F238E27FC236}">
                <a16:creationId xmlns:a16="http://schemas.microsoft.com/office/drawing/2014/main" id="{89F5371D-7C62-F4EA-01DC-AECE234905AA}"/>
              </a:ext>
            </a:extLst>
          </p:cNvPr>
          <p:cNvGraphicFramePr>
            <a:graphicFrameLocks noGrp="1"/>
          </p:cNvGraphicFramePr>
          <p:nvPr>
            <p:extLst>
              <p:ext uri="{D42A27DB-BD31-4B8C-83A1-F6EECF244321}">
                <p14:modId xmlns:p14="http://schemas.microsoft.com/office/powerpoint/2010/main" val="1150437182"/>
              </p:ext>
            </p:extLst>
          </p:nvPr>
        </p:nvGraphicFramePr>
        <p:xfrm>
          <a:off x="9020968" y="2919521"/>
          <a:ext cx="3240000" cy="2880003"/>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826424583"/>
                    </a:ext>
                  </a:extLst>
                </a:gridCol>
                <a:gridCol w="1620000">
                  <a:extLst>
                    <a:ext uri="{9D8B030D-6E8A-4147-A177-3AD203B41FA5}">
                      <a16:colId xmlns:a16="http://schemas.microsoft.com/office/drawing/2014/main" val="2819866474"/>
                    </a:ext>
                  </a:extLst>
                </a:gridCol>
              </a:tblGrid>
              <a:tr h="411429">
                <a:tc>
                  <a:txBody>
                    <a:bodyPr/>
                    <a:lstStyle/>
                    <a:p>
                      <a:pPr algn="ctr"/>
                      <a:r>
                        <a:rPr lang="zh-CN" altLang="en-US" sz="2000"/>
                        <a:t>过程</a:t>
                      </a:r>
                    </a:p>
                  </a:txBody>
                  <a:tcPr anchor="ctr"/>
                </a:tc>
                <a:tc>
                  <a:txBody>
                    <a:bodyPr/>
                    <a:lstStyle/>
                    <a:p>
                      <a:pPr algn="ctr"/>
                      <a:r>
                        <a:rPr lang="zh-CN" altLang="en-US" sz="2000"/>
                        <a:t>存储区域</a:t>
                      </a:r>
                    </a:p>
                  </a:txBody>
                  <a:tcPr anchor="ctr"/>
                </a:tc>
                <a:extLst>
                  <a:ext uri="{0D108BD9-81ED-4DB2-BD59-A6C34878D82A}">
                    <a16:rowId xmlns:a16="http://schemas.microsoft.com/office/drawing/2014/main" val="3740295263"/>
                  </a:ext>
                </a:extLst>
              </a:tr>
              <a:tr h="411429">
                <a:tc>
                  <a:txBody>
                    <a:bodyPr/>
                    <a:lstStyle/>
                    <a:p>
                      <a:pPr algn="ctr"/>
                      <a:r>
                        <a:rPr lang="en-US" altLang="zh-CN" sz="2000"/>
                        <a:t>1</a:t>
                      </a:r>
                      <a:endParaRPr lang="zh-CN" altLang="en-US" sz="2000"/>
                    </a:p>
                  </a:txBody>
                  <a:tcPr anchor="ctr"/>
                </a:tc>
                <a:tc>
                  <a:txBody>
                    <a:bodyPr/>
                    <a:lstStyle/>
                    <a:p>
                      <a:pPr algn="ctr"/>
                      <a:r>
                        <a:rPr lang="en-US" altLang="zh-CN" sz="2000"/>
                        <a:t>0~21</a:t>
                      </a:r>
                      <a:endParaRPr lang="zh-CN" altLang="en-US" sz="2000"/>
                    </a:p>
                  </a:txBody>
                  <a:tcPr anchor="ctr"/>
                </a:tc>
                <a:extLst>
                  <a:ext uri="{0D108BD9-81ED-4DB2-BD59-A6C34878D82A}">
                    <a16:rowId xmlns:a16="http://schemas.microsoft.com/office/drawing/2014/main" val="4277510802"/>
                  </a:ext>
                </a:extLst>
              </a:tr>
              <a:tr h="411429">
                <a:tc>
                  <a:txBody>
                    <a:bodyPr/>
                    <a:lstStyle/>
                    <a:p>
                      <a:pPr algn="ctr"/>
                      <a:r>
                        <a:rPr lang="en-US" altLang="zh-CN" sz="2000"/>
                        <a:t>2</a:t>
                      </a:r>
                      <a:endParaRPr lang="zh-CN" altLang="en-US" sz="2000"/>
                    </a:p>
                  </a:txBody>
                  <a:tcPr anchor="ctr"/>
                </a:tc>
                <a:tc>
                  <a:txBody>
                    <a:bodyPr/>
                    <a:lstStyle/>
                    <a:p>
                      <a:pPr algn="ctr"/>
                      <a:r>
                        <a:rPr lang="en-US" altLang="zh-CN" sz="2000"/>
                        <a:t>22~36</a:t>
                      </a:r>
                      <a:endParaRPr lang="zh-CN" altLang="en-US" sz="2000"/>
                    </a:p>
                  </a:txBody>
                  <a:tcPr anchor="ctr"/>
                </a:tc>
                <a:extLst>
                  <a:ext uri="{0D108BD9-81ED-4DB2-BD59-A6C34878D82A}">
                    <a16:rowId xmlns:a16="http://schemas.microsoft.com/office/drawing/2014/main" val="3671459420"/>
                  </a:ext>
                </a:extLst>
              </a:tr>
              <a:tr h="411429">
                <a:tc>
                  <a:txBody>
                    <a:bodyPr/>
                    <a:lstStyle/>
                    <a:p>
                      <a:pPr algn="ctr"/>
                      <a:r>
                        <a:rPr lang="en-US" altLang="zh-CN" sz="2000"/>
                        <a:t>3</a:t>
                      </a:r>
                      <a:endParaRPr lang="zh-CN" altLang="en-US" sz="2000"/>
                    </a:p>
                  </a:txBody>
                  <a:tcPr anchor="ctr"/>
                </a:tc>
                <a:tc>
                  <a:txBody>
                    <a:bodyPr/>
                    <a:lstStyle/>
                    <a:p>
                      <a:pPr algn="ctr"/>
                      <a:r>
                        <a:rPr lang="en-US" altLang="zh-CN" sz="2000"/>
                        <a:t>37~54</a:t>
                      </a:r>
                      <a:endParaRPr lang="zh-CN" altLang="en-US" sz="2000"/>
                    </a:p>
                  </a:txBody>
                  <a:tcPr anchor="ctr"/>
                </a:tc>
                <a:extLst>
                  <a:ext uri="{0D108BD9-81ED-4DB2-BD59-A6C34878D82A}">
                    <a16:rowId xmlns:a16="http://schemas.microsoft.com/office/drawing/2014/main" val="1108363458"/>
                  </a:ext>
                </a:extLst>
              </a:tr>
              <a:tr h="411429">
                <a:tc>
                  <a:txBody>
                    <a:bodyPr/>
                    <a:lstStyle/>
                    <a:p>
                      <a:pPr algn="ctr"/>
                      <a:r>
                        <a:rPr lang="en-US" altLang="zh-CN" sz="2000"/>
                        <a:t>4</a:t>
                      </a:r>
                      <a:endParaRPr lang="zh-CN" altLang="en-US" sz="2000"/>
                    </a:p>
                  </a:txBody>
                  <a:tcPr anchor="ctr"/>
                </a:tc>
                <a:tc>
                  <a:txBody>
                    <a:bodyPr/>
                    <a:lstStyle/>
                    <a:p>
                      <a:pPr algn="ctr"/>
                      <a:r>
                        <a:rPr lang="en-US" altLang="zh-CN" sz="2000"/>
                        <a:t>55~71</a:t>
                      </a:r>
                      <a:endParaRPr lang="zh-CN" altLang="en-US" sz="2000"/>
                    </a:p>
                  </a:txBody>
                  <a:tcPr anchor="ctr"/>
                </a:tc>
                <a:extLst>
                  <a:ext uri="{0D108BD9-81ED-4DB2-BD59-A6C34878D82A}">
                    <a16:rowId xmlns:a16="http://schemas.microsoft.com/office/drawing/2014/main" val="2438838512"/>
                  </a:ext>
                </a:extLst>
              </a:tr>
              <a:tr h="411429">
                <a:tc>
                  <a:txBody>
                    <a:bodyPr/>
                    <a:lstStyle/>
                    <a:p>
                      <a:pPr algn="ctr"/>
                      <a:r>
                        <a:rPr lang="en-US" altLang="zh-CN" sz="2000"/>
                        <a:t>5</a:t>
                      </a:r>
                      <a:endParaRPr lang="zh-CN" altLang="en-US" sz="2000"/>
                    </a:p>
                  </a:txBody>
                  <a:tcPr anchor="ctr"/>
                </a:tc>
                <a:tc>
                  <a:txBody>
                    <a:bodyPr/>
                    <a:lstStyle/>
                    <a:p>
                      <a:pPr algn="ctr"/>
                      <a:r>
                        <a:rPr lang="en-US" altLang="zh-CN" sz="2000"/>
                        <a:t>72~94</a:t>
                      </a:r>
                      <a:endParaRPr lang="zh-CN" altLang="en-US" sz="2000"/>
                    </a:p>
                  </a:txBody>
                  <a:tcPr anchor="ctr"/>
                </a:tc>
                <a:extLst>
                  <a:ext uri="{0D108BD9-81ED-4DB2-BD59-A6C34878D82A}">
                    <a16:rowId xmlns:a16="http://schemas.microsoft.com/office/drawing/2014/main" val="1906715526"/>
                  </a:ext>
                </a:extLst>
              </a:tr>
              <a:tr h="411429">
                <a:tc>
                  <a:txBody>
                    <a:bodyPr/>
                    <a:lstStyle/>
                    <a:p>
                      <a:pPr algn="ctr"/>
                      <a:r>
                        <a:rPr lang="en-US" altLang="zh-CN" sz="2000"/>
                        <a:t>6</a:t>
                      </a:r>
                      <a:endParaRPr lang="zh-CN" altLang="en-US" sz="2000"/>
                    </a:p>
                  </a:txBody>
                  <a:tcPr anchor="ctr"/>
                </a:tc>
                <a:tc>
                  <a:txBody>
                    <a:bodyPr/>
                    <a:lstStyle/>
                    <a:p>
                      <a:pPr algn="ctr"/>
                      <a:r>
                        <a:rPr lang="en-US" altLang="zh-CN" sz="2000"/>
                        <a:t>95~104</a:t>
                      </a:r>
                      <a:endParaRPr lang="zh-CN" altLang="en-US" sz="2000"/>
                    </a:p>
                  </a:txBody>
                  <a:tcPr anchor="ctr"/>
                </a:tc>
                <a:extLst>
                  <a:ext uri="{0D108BD9-81ED-4DB2-BD59-A6C34878D82A}">
                    <a16:rowId xmlns:a16="http://schemas.microsoft.com/office/drawing/2014/main" val="285622325"/>
                  </a:ext>
                </a:extLst>
              </a:tr>
            </a:tbl>
          </a:graphicData>
        </a:graphic>
      </p:graphicFrame>
      <p:sp>
        <p:nvSpPr>
          <p:cNvPr id="45" name="思想气泡: 云 44">
            <a:extLst>
              <a:ext uri="{FF2B5EF4-FFF2-40B4-BE49-F238E27FC236}">
                <a16:creationId xmlns:a16="http://schemas.microsoft.com/office/drawing/2014/main" id="{EDDB4E41-36C4-C4F3-93ED-558AEF5BF8C9}"/>
              </a:ext>
            </a:extLst>
          </p:cNvPr>
          <p:cNvSpPr/>
          <p:nvPr/>
        </p:nvSpPr>
        <p:spPr bwMode="auto">
          <a:xfrm>
            <a:off x="884063" y="3950902"/>
            <a:ext cx="2900985" cy="1917776"/>
          </a:xfrm>
          <a:prstGeom prst="cloudCallout">
            <a:avLst>
              <a:gd name="adj1" fmla="val 46679"/>
              <a:gd name="adj2" fmla="val 47494"/>
            </a:avLst>
          </a:prstGeom>
          <a:solidFill>
            <a:srgbClr val="00B0F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800" b="0" i="0" u="none" strike="noStrike" cap="none" normalizeH="0" baseline="0">
                <a:ln>
                  <a:noFill/>
                </a:ln>
                <a:solidFill>
                  <a:schemeClr val="bg1"/>
                </a:solidFill>
                <a:effectLst/>
                <a:latin typeface="Verdana" pitchFamily="34" charset="0"/>
                <a:ea typeface="宋体" pitchFamily="2" charset="-122"/>
              </a:rPr>
              <a:t>能用更少的空间吗？</a:t>
            </a:r>
          </a:p>
        </p:txBody>
      </p:sp>
      <p:sp>
        <p:nvSpPr>
          <p:cNvPr id="46" name="文本框 45">
            <a:extLst>
              <a:ext uri="{FF2B5EF4-FFF2-40B4-BE49-F238E27FC236}">
                <a16:creationId xmlns:a16="http://schemas.microsoft.com/office/drawing/2014/main" id="{40CED4E8-8DE8-EC2E-AF7F-33FFDDAC3454}"/>
              </a:ext>
            </a:extLst>
          </p:cNvPr>
          <p:cNvSpPr txBox="1"/>
          <p:nvPr/>
        </p:nvSpPr>
        <p:spPr>
          <a:xfrm>
            <a:off x="8101216" y="6370538"/>
            <a:ext cx="5079503" cy="830997"/>
          </a:xfrm>
          <a:prstGeom prst="rect">
            <a:avLst/>
          </a:prstGeom>
          <a:solidFill>
            <a:srgbClr val="FEEA58"/>
          </a:solidFill>
        </p:spPr>
        <p:txBody>
          <a:bodyPr wrap="square" rtlCol="0">
            <a:spAutoFit/>
          </a:bodyPr>
          <a:lstStyle/>
          <a:p>
            <a:pPr algn="l"/>
            <a:r>
              <a:rPr lang="zh-CN" altLang="en-US" sz="2400">
                <a:solidFill>
                  <a:srgbClr val="3333CC"/>
                </a:solidFill>
                <a:latin typeface="宋体" panose="02010600030101010101" pitchFamily="2" charset="-122"/>
              </a:rPr>
              <a:t>优点：处理简单</a:t>
            </a:r>
            <a:endParaRPr lang="en-US" altLang="zh-CN" sz="2400">
              <a:solidFill>
                <a:srgbClr val="3333CC"/>
              </a:solidFill>
              <a:latin typeface="宋体" panose="02010600030101010101" pitchFamily="2" charset="-122"/>
            </a:endParaRPr>
          </a:p>
          <a:p>
            <a:pPr algn="l"/>
            <a:r>
              <a:rPr lang="zh-CN" altLang="en-US" sz="2400">
                <a:solidFill>
                  <a:srgbClr val="3333CC"/>
                </a:solidFill>
                <a:latin typeface="宋体" panose="02010600030101010101" pitchFamily="2" charset="-122"/>
              </a:rPr>
              <a:t>缺点：对内存空间的使用不够合理</a:t>
            </a:r>
          </a:p>
        </p:txBody>
      </p:sp>
    </p:spTree>
    <p:extLst>
      <p:ext uri="{BB962C8B-B14F-4D97-AF65-F5344CB8AC3E}">
        <p14:creationId xmlns:p14="http://schemas.microsoft.com/office/powerpoint/2010/main" val="390291250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层次分配法</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6" name="文本框 5">
            <a:extLst>
              <a:ext uri="{FF2B5EF4-FFF2-40B4-BE49-F238E27FC236}">
                <a16:creationId xmlns:a16="http://schemas.microsoft.com/office/drawing/2014/main" id="{0DBFAB9A-8B4C-05F3-210B-FD75A12FDF33}"/>
              </a:ext>
            </a:extLst>
          </p:cNvPr>
          <p:cNvSpPr txBox="1"/>
          <p:nvPr/>
        </p:nvSpPr>
        <p:spPr>
          <a:xfrm>
            <a:off x="2004325" y="1130939"/>
            <a:ext cx="7848872" cy="1113766"/>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通过对过程间的调用关系进行分析，凡属于无相互调用关系的并列过程，尽量使用其局部数据</a:t>
            </a:r>
            <a:r>
              <a:rPr lang="zh-CN" altLang="en-US" sz="2400">
                <a:solidFill>
                  <a:srgbClr val="2D84F3"/>
                </a:solidFill>
                <a:latin typeface="宋体" panose="02010600030101010101" pitchFamily="2" charset="-122"/>
              </a:rPr>
              <a:t>共享</a:t>
            </a:r>
            <a:r>
              <a:rPr lang="zh-CN" altLang="en-US" sz="2400">
                <a:latin typeface="宋体" panose="02010600030101010101" pitchFamily="2" charset="-122"/>
              </a:rPr>
              <a:t>存储空间。</a:t>
            </a:r>
          </a:p>
        </p:txBody>
      </p:sp>
      <p:sp>
        <p:nvSpPr>
          <p:cNvPr id="7" name="文本框 6">
            <a:extLst>
              <a:ext uri="{FF2B5EF4-FFF2-40B4-BE49-F238E27FC236}">
                <a16:creationId xmlns:a16="http://schemas.microsoft.com/office/drawing/2014/main" id="{5B9DF812-B4D2-D6F9-C3C6-980DE2F48C75}"/>
              </a:ext>
            </a:extLst>
          </p:cNvPr>
          <p:cNvSpPr txBox="1"/>
          <p:nvPr/>
        </p:nvSpPr>
        <p:spPr>
          <a:xfrm>
            <a:off x="4645548" y="2844104"/>
            <a:ext cx="792205" cy="400110"/>
          </a:xfrm>
          <a:prstGeom prst="rect">
            <a:avLst/>
          </a:prstGeom>
          <a:noFill/>
        </p:spPr>
        <p:txBody>
          <a:bodyPr wrap="none" rtlCol="0">
            <a:spAutoFit/>
          </a:bodyPr>
          <a:lstStyle/>
          <a:p>
            <a:r>
              <a:rPr lang="en-US" altLang="zh-CN" sz="2000"/>
              <a:t>1/22</a:t>
            </a:r>
            <a:endParaRPr lang="zh-CN" altLang="en-US" sz="2000"/>
          </a:p>
        </p:txBody>
      </p:sp>
      <p:sp>
        <p:nvSpPr>
          <p:cNvPr id="8" name="文本框 7">
            <a:extLst>
              <a:ext uri="{FF2B5EF4-FFF2-40B4-BE49-F238E27FC236}">
                <a16:creationId xmlns:a16="http://schemas.microsoft.com/office/drawing/2014/main" id="{71C6C3E5-21B3-3B12-8381-C559EACE86DD}"/>
              </a:ext>
            </a:extLst>
          </p:cNvPr>
          <p:cNvSpPr txBox="1"/>
          <p:nvPr/>
        </p:nvSpPr>
        <p:spPr>
          <a:xfrm>
            <a:off x="3928831" y="3860456"/>
            <a:ext cx="792205" cy="400110"/>
          </a:xfrm>
          <a:prstGeom prst="rect">
            <a:avLst/>
          </a:prstGeom>
          <a:noFill/>
        </p:spPr>
        <p:txBody>
          <a:bodyPr wrap="none" rtlCol="0">
            <a:spAutoFit/>
          </a:bodyPr>
          <a:lstStyle/>
          <a:p>
            <a:r>
              <a:rPr lang="en-US" altLang="zh-CN" sz="2000"/>
              <a:t>2/15</a:t>
            </a:r>
            <a:endParaRPr lang="zh-CN" altLang="en-US" sz="2000"/>
          </a:p>
        </p:txBody>
      </p:sp>
      <p:sp>
        <p:nvSpPr>
          <p:cNvPr id="9" name="文本框 8">
            <a:extLst>
              <a:ext uri="{FF2B5EF4-FFF2-40B4-BE49-F238E27FC236}">
                <a16:creationId xmlns:a16="http://schemas.microsoft.com/office/drawing/2014/main" id="{E900B3FA-B487-4468-BDEE-33DF68D574C4}"/>
              </a:ext>
            </a:extLst>
          </p:cNvPr>
          <p:cNvSpPr txBox="1"/>
          <p:nvPr/>
        </p:nvSpPr>
        <p:spPr>
          <a:xfrm>
            <a:off x="5348443" y="3839524"/>
            <a:ext cx="792205" cy="400110"/>
          </a:xfrm>
          <a:prstGeom prst="rect">
            <a:avLst/>
          </a:prstGeom>
          <a:noFill/>
        </p:spPr>
        <p:txBody>
          <a:bodyPr wrap="none" rtlCol="0">
            <a:spAutoFit/>
          </a:bodyPr>
          <a:lstStyle/>
          <a:p>
            <a:r>
              <a:rPr lang="en-US" altLang="zh-CN" sz="2000"/>
              <a:t>3/18</a:t>
            </a:r>
            <a:endParaRPr lang="zh-CN" altLang="en-US" sz="2000"/>
          </a:p>
        </p:txBody>
      </p:sp>
      <p:sp>
        <p:nvSpPr>
          <p:cNvPr id="10" name="文本框 9">
            <a:extLst>
              <a:ext uri="{FF2B5EF4-FFF2-40B4-BE49-F238E27FC236}">
                <a16:creationId xmlns:a16="http://schemas.microsoft.com/office/drawing/2014/main" id="{7AA90344-0EEF-4F1C-B074-7AB63921CB8F}"/>
              </a:ext>
            </a:extLst>
          </p:cNvPr>
          <p:cNvSpPr txBox="1"/>
          <p:nvPr/>
        </p:nvSpPr>
        <p:spPr>
          <a:xfrm>
            <a:off x="3317194" y="5136202"/>
            <a:ext cx="792205" cy="400110"/>
          </a:xfrm>
          <a:prstGeom prst="rect">
            <a:avLst/>
          </a:prstGeom>
          <a:noFill/>
        </p:spPr>
        <p:txBody>
          <a:bodyPr wrap="none" rtlCol="0">
            <a:spAutoFit/>
          </a:bodyPr>
          <a:lstStyle/>
          <a:p>
            <a:r>
              <a:rPr lang="en-US" altLang="zh-CN" sz="2000"/>
              <a:t>4/17</a:t>
            </a:r>
            <a:endParaRPr lang="zh-CN" altLang="en-US" sz="2000"/>
          </a:p>
        </p:txBody>
      </p:sp>
      <p:sp>
        <p:nvSpPr>
          <p:cNvPr id="11" name="文本框 10">
            <a:extLst>
              <a:ext uri="{FF2B5EF4-FFF2-40B4-BE49-F238E27FC236}">
                <a16:creationId xmlns:a16="http://schemas.microsoft.com/office/drawing/2014/main" id="{4A92E8DD-AD6C-97D6-675E-4F4F4CD3C40A}"/>
              </a:ext>
            </a:extLst>
          </p:cNvPr>
          <p:cNvSpPr txBox="1"/>
          <p:nvPr/>
        </p:nvSpPr>
        <p:spPr>
          <a:xfrm>
            <a:off x="4728921" y="5136202"/>
            <a:ext cx="792205" cy="400110"/>
          </a:xfrm>
          <a:prstGeom prst="rect">
            <a:avLst/>
          </a:prstGeom>
          <a:noFill/>
        </p:spPr>
        <p:txBody>
          <a:bodyPr wrap="none" rtlCol="0">
            <a:spAutoFit/>
          </a:bodyPr>
          <a:lstStyle/>
          <a:p>
            <a:r>
              <a:rPr lang="en-US" altLang="zh-CN" sz="2000"/>
              <a:t>6/10</a:t>
            </a:r>
            <a:endParaRPr lang="zh-CN" altLang="en-US" sz="2000"/>
          </a:p>
        </p:txBody>
      </p:sp>
      <p:sp>
        <p:nvSpPr>
          <p:cNvPr id="12" name="文本框 11">
            <a:extLst>
              <a:ext uri="{FF2B5EF4-FFF2-40B4-BE49-F238E27FC236}">
                <a16:creationId xmlns:a16="http://schemas.microsoft.com/office/drawing/2014/main" id="{96E6F870-696D-5338-9557-8AC2A952366E}"/>
              </a:ext>
            </a:extLst>
          </p:cNvPr>
          <p:cNvSpPr txBox="1"/>
          <p:nvPr/>
        </p:nvSpPr>
        <p:spPr>
          <a:xfrm>
            <a:off x="6140648" y="5136202"/>
            <a:ext cx="792205" cy="400110"/>
          </a:xfrm>
          <a:prstGeom prst="rect">
            <a:avLst/>
          </a:prstGeom>
          <a:noFill/>
        </p:spPr>
        <p:txBody>
          <a:bodyPr wrap="none" rtlCol="0">
            <a:spAutoFit/>
          </a:bodyPr>
          <a:lstStyle/>
          <a:p>
            <a:r>
              <a:rPr lang="en-US" altLang="zh-CN" sz="2000"/>
              <a:t>5/23</a:t>
            </a:r>
            <a:endParaRPr lang="zh-CN" altLang="en-US" sz="2000"/>
          </a:p>
        </p:txBody>
      </p:sp>
      <p:cxnSp>
        <p:nvCxnSpPr>
          <p:cNvPr id="14" name="直接连接符 13">
            <a:extLst>
              <a:ext uri="{FF2B5EF4-FFF2-40B4-BE49-F238E27FC236}">
                <a16:creationId xmlns:a16="http://schemas.microsoft.com/office/drawing/2014/main" id="{0203BCA1-4DB0-4215-16AF-883DC28771CF}"/>
              </a:ext>
            </a:extLst>
          </p:cNvPr>
          <p:cNvCxnSpPr>
            <a:stCxn id="7" idx="2"/>
            <a:endCxn id="8" idx="0"/>
          </p:cNvCxnSpPr>
          <p:nvPr/>
        </p:nvCxnSpPr>
        <p:spPr bwMode="auto">
          <a:xfrm flipH="1">
            <a:off x="4324934" y="3244214"/>
            <a:ext cx="716717" cy="61624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3D63AE5F-E267-457B-4413-4325FCA9BF23}"/>
              </a:ext>
            </a:extLst>
          </p:cNvPr>
          <p:cNvCxnSpPr>
            <a:stCxn id="7" idx="2"/>
            <a:endCxn id="9" idx="0"/>
          </p:cNvCxnSpPr>
          <p:nvPr/>
        </p:nvCxnSpPr>
        <p:spPr bwMode="auto">
          <a:xfrm>
            <a:off x="5041651" y="3244214"/>
            <a:ext cx="702895" cy="595310"/>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18" name="直接连接符 17">
            <a:extLst>
              <a:ext uri="{FF2B5EF4-FFF2-40B4-BE49-F238E27FC236}">
                <a16:creationId xmlns:a16="http://schemas.microsoft.com/office/drawing/2014/main" id="{EA98CD4C-6432-A90B-8FD5-716752AB28B3}"/>
              </a:ext>
            </a:extLst>
          </p:cNvPr>
          <p:cNvCxnSpPr>
            <a:cxnSpLocks/>
            <a:stCxn id="8" idx="2"/>
            <a:endCxn id="10" idx="0"/>
          </p:cNvCxnSpPr>
          <p:nvPr/>
        </p:nvCxnSpPr>
        <p:spPr bwMode="auto">
          <a:xfrm flipH="1">
            <a:off x="3713297" y="4260566"/>
            <a:ext cx="611637" cy="8756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1" name="直接连接符 20">
            <a:extLst>
              <a:ext uri="{FF2B5EF4-FFF2-40B4-BE49-F238E27FC236}">
                <a16:creationId xmlns:a16="http://schemas.microsoft.com/office/drawing/2014/main" id="{E1A8D112-853F-DE69-FFDE-63EAF146B717}"/>
              </a:ext>
            </a:extLst>
          </p:cNvPr>
          <p:cNvCxnSpPr>
            <a:cxnSpLocks/>
            <a:stCxn id="8" idx="2"/>
            <a:endCxn id="11" idx="0"/>
          </p:cNvCxnSpPr>
          <p:nvPr/>
        </p:nvCxnSpPr>
        <p:spPr bwMode="auto">
          <a:xfrm>
            <a:off x="4324934" y="4260566"/>
            <a:ext cx="800090" cy="8756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5" name="直接连接符 24">
            <a:extLst>
              <a:ext uri="{FF2B5EF4-FFF2-40B4-BE49-F238E27FC236}">
                <a16:creationId xmlns:a16="http://schemas.microsoft.com/office/drawing/2014/main" id="{73A77D22-F268-83BC-75EC-CB72A40384CF}"/>
              </a:ext>
            </a:extLst>
          </p:cNvPr>
          <p:cNvCxnSpPr>
            <a:stCxn id="9" idx="2"/>
            <a:endCxn id="12" idx="0"/>
          </p:cNvCxnSpPr>
          <p:nvPr/>
        </p:nvCxnSpPr>
        <p:spPr bwMode="auto">
          <a:xfrm>
            <a:off x="5744546" y="4239634"/>
            <a:ext cx="792205" cy="8965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7" name="直接连接符 26">
            <a:extLst>
              <a:ext uri="{FF2B5EF4-FFF2-40B4-BE49-F238E27FC236}">
                <a16:creationId xmlns:a16="http://schemas.microsoft.com/office/drawing/2014/main" id="{7FAA4B81-1375-DC2F-6FA1-29F9BE1188AC}"/>
              </a:ext>
            </a:extLst>
          </p:cNvPr>
          <p:cNvCxnSpPr>
            <a:cxnSpLocks/>
            <a:stCxn id="9" idx="2"/>
            <a:endCxn id="11" idx="0"/>
          </p:cNvCxnSpPr>
          <p:nvPr/>
        </p:nvCxnSpPr>
        <p:spPr bwMode="auto">
          <a:xfrm flipH="1">
            <a:off x="5125024" y="4239634"/>
            <a:ext cx="619522" cy="8965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sp>
        <p:nvSpPr>
          <p:cNvPr id="43" name="文本框 42">
            <a:extLst>
              <a:ext uri="{FF2B5EF4-FFF2-40B4-BE49-F238E27FC236}">
                <a16:creationId xmlns:a16="http://schemas.microsoft.com/office/drawing/2014/main" id="{0B56819E-CDE3-E4F4-2BFC-62F6499113F8}"/>
              </a:ext>
            </a:extLst>
          </p:cNvPr>
          <p:cNvSpPr txBox="1"/>
          <p:nvPr/>
        </p:nvSpPr>
        <p:spPr>
          <a:xfrm>
            <a:off x="3670260" y="5757299"/>
            <a:ext cx="2866490" cy="400110"/>
          </a:xfrm>
          <a:prstGeom prst="rect">
            <a:avLst/>
          </a:prstGeom>
          <a:solidFill>
            <a:schemeClr val="accent5">
              <a:lumMod val="75000"/>
            </a:schemeClr>
          </a:solidFill>
        </p:spPr>
        <p:txBody>
          <a:bodyPr wrap="none" rtlCol="0">
            <a:spAutoFit/>
          </a:bodyPr>
          <a:lstStyle/>
          <a:p>
            <a:r>
              <a:rPr lang="zh-CN" altLang="en-US" sz="2000"/>
              <a:t>过程编号</a:t>
            </a:r>
            <a:r>
              <a:rPr lang="en-US" altLang="zh-CN" sz="2000"/>
              <a:t>/</a:t>
            </a:r>
            <a:r>
              <a:rPr lang="zh-CN" altLang="en-US" sz="2000"/>
              <a:t>所需存储空间</a:t>
            </a:r>
          </a:p>
        </p:txBody>
      </p:sp>
      <p:graphicFrame>
        <p:nvGraphicFramePr>
          <p:cNvPr id="5" name="表格 12">
            <a:extLst>
              <a:ext uri="{FF2B5EF4-FFF2-40B4-BE49-F238E27FC236}">
                <a16:creationId xmlns:a16="http://schemas.microsoft.com/office/drawing/2014/main" id="{DBF15CDC-6D3A-3B7A-9805-2FE5A5FF0DE7}"/>
              </a:ext>
            </a:extLst>
          </p:cNvPr>
          <p:cNvGraphicFramePr>
            <a:graphicFrameLocks noGrp="1"/>
          </p:cNvGraphicFramePr>
          <p:nvPr>
            <p:extLst>
              <p:ext uri="{D42A27DB-BD31-4B8C-83A1-F6EECF244321}">
                <p14:modId xmlns:p14="http://schemas.microsoft.com/office/powerpoint/2010/main" val="3358342544"/>
              </p:ext>
            </p:extLst>
          </p:nvPr>
        </p:nvGraphicFramePr>
        <p:xfrm>
          <a:off x="10100971" y="4798411"/>
          <a:ext cx="1116024" cy="2160000"/>
        </p:xfrm>
        <a:graphic>
          <a:graphicData uri="http://schemas.openxmlformats.org/drawingml/2006/table">
            <a:tbl>
              <a:tblPr firstRow="1" bandRow="1">
                <a:tableStyleId>{5940675A-B579-460E-94D1-54222C63F5DA}</a:tableStyleId>
              </a:tblPr>
              <a:tblGrid>
                <a:gridCol w="1116024">
                  <a:extLst>
                    <a:ext uri="{9D8B030D-6E8A-4147-A177-3AD203B41FA5}">
                      <a16:colId xmlns:a16="http://schemas.microsoft.com/office/drawing/2014/main" val="1938334556"/>
                    </a:ext>
                  </a:extLst>
                </a:gridCol>
              </a:tblGrid>
              <a:tr h="720000">
                <a:tc>
                  <a:txBody>
                    <a:bodyPr/>
                    <a:lstStyle/>
                    <a:p>
                      <a:pPr algn="ctr"/>
                      <a:r>
                        <a:rPr lang="zh-CN" altLang="en-US" sz="2000">
                          <a:latin typeface="宋体" panose="02010600030101010101" pitchFamily="2" charset="-122"/>
                          <a:ea typeface="宋体" panose="02010600030101010101" pitchFamily="2" charset="-122"/>
                        </a:rPr>
                        <a:t>过程</a:t>
                      </a:r>
                      <a:r>
                        <a:rPr lang="en-US" altLang="zh-CN" sz="2000">
                          <a:latin typeface="宋体" panose="02010600030101010101" pitchFamily="2" charset="-122"/>
                          <a:ea typeface="宋体" panose="02010600030101010101" pitchFamily="2" charset="-122"/>
                        </a:rPr>
                        <a:t>1</a:t>
                      </a:r>
                    </a:p>
                    <a:p>
                      <a:pPr algn="ct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41~62</a:t>
                      </a:r>
                      <a:r>
                        <a:rPr lang="zh-CN" altLang="en-US" sz="2000">
                          <a:latin typeface="宋体" panose="02010600030101010101" pitchFamily="2" charset="-122"/>
                          <a:ea typeface="宋体" panose="02010600030101010101" pitchFamily="2" charset="-122"/>
                        </a:rPr>
                        <a:t>）</a:t>
                      </a:r>
                    </a:p>
                  </a:txBody>
                  <a:tcPr anchor="ctr">
                    <a:solidFill>
                      <a:srgbClr val="B4CDEC"/>
                    </a:solidFill>
                  </a:tcPr>
                </a:tc>
                <a:extLst>
                  <a:ext uri="{0D108BD9-81ED-4DB2-BD59-A6C34878D82A}">
                    <a16:rowId xmlns:a16="http://schemas.microsoft.com/office/drawing/2014/main" val="2133997642"/>
                  </a:ext>
                </a:extLst>
              </a:tr>
              <a:tr h="720000">
                <a:tc>
                  <a:txBody>
                    <a:bodyPr/>
                    <a:lstStyle/>
                    <a:p>
                      <a:pPr algn="ctr"/>
                      <a:r>
                        <a:rPr lang="zh-CN" altLang="en-US" sz="2000">
                          <a:latin typeface="宋体" panose="02010600030101010101" pitchFamily="2" charset="-122"/>
                          <a:ea typeface="宋体" panose="02010600030101010101" pitchFamily="2" charset="-122"/>
                        </a:rPr>
                        <a:t>过程</a:t>
                      </a:r>
                      <a:r>
                        <a:rPr lang="en-US" altLang="zh-CN" sz="2000">
                          <a:latin typeface="宋体" panose="02010600030101010101" pitchFamily="2" charset="-122"/>
                          <a:ea typeface="宋体" panose="02010600030101010101" pitchFamily="2" charset="-122"/>
                        </a:rPr>
                        <a:t>3</a:t>
                      </a:r>
                    </a:p>
                    <a:p>
                      <a:pPr algn="ct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23~40</a:t>
                      </a:r>
                      <a:r>
                        <a:rPr lang="zh-CN" altLang="en-US" sz="2000">
                          <a:latin typeface="宋体" panose="02010600030101010101" pitchFamily="2" charset="-122"/>
                          <a:ea typeface="宋体" panose="02010600030101010101" pitchFamily="2" charset="-122"/>
                        </a:rPr>
                        <a:t>）</a:t>
                      </a:r>
                    </a:p>
                  </a:txBody>
                  <a:tcPr anchor="ctr">
                    <a:solidFill>
                      <a:srgbClr val="B4CDEC"/>
                    </a:solidFill>
                  </a:tcPr>
                </a:tc>
                <a:extLst>
                  <a:ext uri="{0D108BD9-81ED-4DB2-BD59-A6C34878D82A}">
                    <a16:rowId xmlns:a16="http://schemas.microsoft.com/office/drawing/2014/main" val="2767834911"/>
                  </a:ext>
                </a:extLst>
              </a:tr>
              <a:tr h="720000">
                <a:tc>
                  <a:txBody>
                    <a:bodyPr/>
                    <a:lstStyle/>
                    <a:p>
                      <a:pPr algn="ctr"/>
                      <a:r>
                        <a:rPr lang="zh-CN" altLang="en-US" sz="2000">
                          <a:latin typeface="宋体" panose="02010600030101010101" pitchFamily="2" charset="-122"/>
                          <a:ea typeface="宋体" panose="02010600030101010101" pitchFamily="2" charset="-122"/>
                        </a:rPr>
                        <a:t>过程</a:t>
                      </a:r>
                      <a:r>
                        <a:rPr lang="en-US" altLang="zh-CN" sz="2000">
                          <a:latin typeface="宋体" panose="02010600030101010101" pitchFamily="2" charset="-122"/>
                          <a:ea typeface="宋体" panose="02010600030101010101" pitchFamily="2" charset="-122"/>
                        </a:rPr>
                        <a:t>5</a:t>
                      </a:r>
                    </a:p>
                    <a:p>
                      <a:pPr algn="ct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0~22</a:t>
                      </a:r>
                      <a:r>
                        <a:rPr lang="zh-CN" altLang="en-US" sz="2000">
                          <a:latin typeface="宋体" panose="02010600030101010101" pitchFamily="2" charset="-122"/>
                          <a:ea typeface="宋体" panose="02010600030101010101" pitchFamily="2" charset="-122"/>
                        </a:rPr>
                        <a:t>）</a:t>
                      </a:r>
                    </a:p>
                  </a:txBody>
                  <a:tcPr anchor="ctr">
                    <a:solidFill>
                      <a:srgbClr val="B4CDEC"/>
                    </a:solidFill>
                  </a:tcPr>
                </a:tc>
                <a:extLst>
                  <a:ext uri="{0D108BD9-81ED-4DB2-BD59-A6C34878D82A}">
                    <a16:rowId xmlns:a16="http://schemas.microsoft.com/office/drawing/2014/main" val="1335142467"/>
                  </a:ext>
                </a:extLst>
              </a:tr>
            </a:tbl>
          </a:graphicData>
        </a:graphic>
      </p:graphicFrame>
      <p:graphicFrame>
        <p:nvGraphicFramePr>
          <p:cNvPr id="23" name="表格 12">
            <a:extLst>
              <a:ext uri="{FF2B5EF4-FFF2-40B4-BE49-F238E27FC236}">
                <a16:creationId xmlns:a16="http://schemas.microsoft.com/office/drawing/2014/main" id="{6D0032DA-EA1A-D089-8351-36B8E13AAA72}"/>
              </a:ext>
            </a:extLst>
          </p:cNvPr>
          <p:cNvGraphicFramePr>
            <a:graphicFrameLocks noGrp="1"/>
          </p:cNvGraphicFramePr>
          <p:nvPr>
            <p:extLst>
              <p:ext uri="{D42A27DB-BD31-4B8C-83A1-F6EECF244321}">
                <p14:modId xmlns:p14="http://schemas.microsoft.com/office/powerpoint/2010/main" val="2882312717"/>
              </p:ext>
            </p:extLst>
          </p:nvPr>
        </p:nvGraphicFramePr>
        <p:xfrm>
          <a:off x="8728484" y="6238411"/>
          <a:ext cx="1116024" cy="720000"/>
        </p:xfrm>
        <a:graphic>
          <a:graphicData uri="http://schemas.openxmlformats.org/drawingml/2006/table">
            <a:tbl>
              <a:tblPr firstRow="1" bandRow="1">
                <a:tableStyleId>{5940675A-B579-460E-94D1-54222C63F5DA}</a:tableStyleId>
              </a:tblPr>
              <a:tblGrid>
                <a:gridCol w="1116024">
                  <a:extLst>
                    <a:ext uri="{9D8B030D-6E8A-4147-A177-3AD203B41FA5}">
                      <a16:colId xmlns:a16="http://schemas.microsoft.com/office/drawing/2014/main" val="1938334556"/>
                    </a:ext>
                  </a:extLst>
                </a:gridCol>
              </a:tblGrid>
              <a:tr h="720000">
                <a:tc>
                  <a:txBody>
                    <a:bodyPr/>
                    <a:lstStyle/>
                    <a:p>
                      <a:pPr algn="ctr"/>
                      <a:r>
                        <a:rPr lang="zh-CN" altLang="en-US" sz="2000">
                          <a:latin typeface="宋体" panose="02010600030101010101" pitchFamily="2" charset="-122"/>
                          <a:ea typeface="宋体" panose="02010600030101010101" pitchFamily="2" charset="-122"/>
                        </a:rPr>
                        <a:t>过程</a:t>
                      </a:r>
                      <a:r>
                        <a:rPr lang="en-US" altLang="zh-CN" sz="2000">
                          <a:latin typeface="宋体" panose="02010600030101010101" pitchFamily="2" charset="-122"/>
                          <a:ea typeface="宋体" panose="02010600030101010101" pitchFamily="2" charset="-122"/>
                        </a:rPr>
                        <a:t>6</a:t>
                      </a:r>
                    </a:p>
                    <a:p>
                      <a:pPr algn="ct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0~9</a:t>
                      </a:r>
                      <a:r>
                        <a:rPr lang="zh-CN" altLang="en-US" sz="2000">
                          <a:latin typeface="宋体" panose="02010600030101010101" pitchFamily="2" charset="-122"/>
                          <a:ea typeface="宋体" panose="02010600030101010101" pitchFamily="2" charset="-122"/>
                        </a:rPr>
                        <a:t>）</a:t>
                      </a:r>
                    </a:p>
                  </a:txBody>
                  <a:tcPr anchor="ctr">
                    <a:solidFill>
                      <a:srgbClr val="B4CDEC"/>
                    </a:solidFill>
                  </a:tcPr>
                </a:tc>
                <a:extLst>
                  <a:ext uri="{0D108BD9-81ED-4DB2-BD59-A6C34878D82A}">
                    <a16:rowId xmlns:a16="http://schemas.microsoft.com/office/drawing/2014/main" val="1335142467"/>
                  </a:ext>
                </a:extLst>
              </a:tr>
            </a:tbl>
          </a:graphicData>
        </a:graphic>
      </p:graphicFrame>
      <p:graphicFrame>
        <p:nvGraphicFramePr>
          <p:cNvPr id="24" name="表格 12">
            <a:extLst>
              <a:ext uri="{FF2B5EF4-FFF2-40B4-BE49-F238E27FC236}">
                <a16:creationId xmlns:a16="http://schemas.microsoft.com/office/drawing/2014/main" id="{6890A676-63E6-C91D-E75F-04C75ED19B53}"/>
              </a:ext>
            </a:extLst>
          </p:cNvPr>
          <p:cNvGraphicFramePr>
            <a:graphicFrameLocks noGrp="1"/>
          </p:cNvGraphicFramePr>
          <p:nvPr>
            <p:extLst>
              <p:ext uri="{D42A27DB-BD31-4B8C-83A1-F6EECF244321}">
                <p14:modId xmlns:p14="http://schemas.microsoft.com/office/powerpoint/2010/main" val="969669376"/>
              </p:ext>
            </p:extLst>
          </p:nvPr>
        </p:nvGraphicFramePr>
        <p:xfrm>
          <a:off x="7359144" y="5518411"/>
          <a:ext cx="1116024" cy="1440000"/>
        </p:xfrm>
        <a:graphic>
          <a:graphicData uri="http://schemas.openxmlformats.org/drawingml/2006/table">
            <a:tbl>
              <a:tblPr firstRow="1" bandRow="1">
                <a:tableStyleId>{5940675A-B579-460E-94D1-54222C63F5DA}</a:tableStyleId>
              </a:tblPr>
              <a:tblGrid>
                <a:gridCol w="1116024">
                  <a:extLst>
                    <a:ext uri="{9D8B030D-6E8A-4147-A177-3AD203B41FA5}">
                      <a16:colId xmlns:a16="http://schemas.microsoft.com/office/drawing/2014/main" val="1938334556"/>
                    </a:ext>
                  </a:extLst>
                </a:gridCol>
              </a:tblGrid>
              <a:tr h="720000">
                <a:tc>
                  <a:txBody>
                    <a:bodyPr/>
                    <a:lstStyle/>
                    <a:p>
                      <a:pPr algn="ctr"/>
                      <a:r>
                        <a:rPr lang="zh-CN" altLang="en-US" sz="2000">
                          <a:latin typeface="宋体" panose="02010600030101010101" pitchFamily="2" charset="-122"/>
                          <a:ea typeface="宋体" panose="02010600030101010101" pitchFamily="2" charset="-122"/>
                        </a:rPr>
                        <a:t>过程</a:t>
                      </a:r>
                      <a:r>
                        <a:rPr lang="en-US" altLang="zh-CN" sz="2000">
                          <a:latin typeface="宋体" panose="02010600030101010101" pitchFamily="2" charset="-122"/>
                          <a:ea typeface="宋体" panose="02010600030101010101" pitchFamily="2" charset="-122"/>
                        </a:rPr>
                        <a:t>2</a:t>
                      </a:r>
                    </a:p>
                    <a:p>
                      <a:pPr algn="ct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17~31</a:t>
                      </a:r>
                      <a:r>
                        <a:rPr lang="zh-CN" altLang="en-US" sz="2000">
                          <a:latin typeface="宋体" panose="02010600030101010101" pitchFamily="2" charset="-122"/>
                          <a:ea typeface="宋体" panose="02010600030101010101" pitchFamily="2" charset="-122"/>
                        </a:rPr>
                        <a:t>）</a:t>
                      </a:r>
                    </a:p>
                  </a:txBody>
                  <a:tcPr anchor="ctr">
                    <a:solidFill>
                      <a:srgbClr val="B4CDEC"/>
                    </a:solidFill>
                  </a:tcPr>
                </a:tc>
                <a:extLst>
                  <a:ext uri="{0D108BD9-81ED-4DB2-BD59-A6C34878D82A}">
                    <a16:rowId xmlns:a16="http://schemas.microsoft.com/office/drawing/2014/main" val="2767834911"/>
                  </a:ext>
                </a:extLst>
              </a:tr>
              <a:tr h="720000">
                <a:tc>
                  <a:txBody>
                    <a:bodyPr/>
                    <a:lstStyle/>
                    <a:p>
                      <a:pPr algn="ctr"/>
                      <a:r>
                        <a:rPr lang="zh-CN" altLang="en-US" sz="2000">
                          <a:latin typeface="宋体" panose="02010600030101010101" pitchFamily="2" charset="-122"/>
                          <a:ea typeface="宋体" panose="02010600030101010101" pitchFamily="2" charset="-122"/>
                        </a:rPr>
                        <a:t>过程</a:t>
                      </a:r>
                      <a:r>
                        <a:rPr lang="en-US" altLang="zh-CN" sz="2000">
                          <a:latin typeface="宋体" panose="02010600030101010101" pitchFamily="2" charset="-122"/>
                          <a:ea typeface="宋体" panose="02010600030101010101" pitchFamily="2" charset="-122"/>
                        </a:rPr>
                        <a:t>4</a:t>
                      </a:r>
                    </a:p>
                    <a:p>
                      <a:pPr algn="ct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0~16</a:t>
                      </a:r>
                      <a:r>
                        <a:rPr lang="zh-CN" altLang="en-US" sz="2000">
                          <a:latin typeface="宋体" panose="02010600030101010101" pitchFamily="2" charset="-122"/>
                          <a:ea typeface="宋体" panose="02010600030101010101" pitchFamily="2" charset="-122"/>
                        </a:rPr>
                        <a:t>）</a:t>
                      </a:r>
                    </a:p>
                  </a:txBody>
                  <a:tcPr anchor="ctr">
                    <a:solidFill>
                      <a:srgbClr val="B4CDEC"/>
                    </a:solidFill>
                  </a:tcPr>
                </a:tc>
                <a:extLst>
                  <a:ext uri="{0D108BD9-81ED-4DB2-BD59-A6C34878D82A}">
                    <a16:rowId xmlns:a16="http://schemas.microsoft.com/office/drawing/2014/main" val="1335142467"/>
                  </a:ext>
                </a:extLst>
              </a:tr>
            </a:tbl>
          </a:graphicData>
        </a:graphic>
      </p:graphicFrame>
    </p:spTree>
    <p:extLst>
      <p:ext uri="{BB962C8B-B14F-4D97-AF65-F5344CB8AC3E}">
        <p14:creationId xmlns:p14="http://schemas.microsoft.com/office/powerpoint/2010/main" val="2393097356"/>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D8EEF3E-37CE-15C6-AA2B-1DEA6AE0329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5A8A6DEF-2CFB-A201-6822-3C75067F4FBA}"/>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层次分配算法实现</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0F46286-0B53-3230-9758-A89B2B79FF49}"/>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6" name="文本框 5">
            <a:extLst>
              <a:ext uri="{FF2B5EF4-FFF2-40B4-BE49-F238E27FC236}">
                <a16:creationId xmlns:a16="http://schemas.microsoft.com/office/drawing/2014/main" id="{0DBFAB9A-8B4C-05F3-210B-FD75A12FDF33}"/>
              </a:ext>
            </a:extLst>
          </p:cNvPr>
          <p:cNvSpPr txBox="1"/>
          <p:nvPr/>
        </p:nvSpPr>
        <p:spPr>
          <a:xfrm>
            <a:off x="2004325" y="1130939"/>
            <a:ext cx="7848872" cy="1667764"/>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en-US" altLang="zh-CN" sz="2400" b="1">
                <a:solidFill>
                  <a:srgbClr val="2D84F3"/>
                </a:solidFill>
                <a:latin typeface="宋体" panose="02010600030101010101" pitchFamily="2" charset="-122"/>
              </a:rPr>
              <a:t>B[n][n]</a:t>
            </a:r>
            <a:r>
              <a:rPr lang="zh-CN" altLang="en-US" sz="2400">
                <a:latin typeface="宋体" panose="02010600030101010101" pitchFamily="2" charset="-122"/>
              </a:rPr>
              <a:t>：过程调用关系矩阵</a:t>
            </a:r>
            <a:endParaRPr lang="en-US" altLang="zh-CN" sz="2400">
              <a:latin typeface="宋体" panose="02010600030101010101" pitchFamily="2" charset="-122"/>
            </a:endParaRPr>
          </a:p>
          <a:p>
            <a:pPr algn="l">
              <a:lnSpc>
                <a:spcPct val="150000"/>
              </a:lnSpc>
            </a:pPr>
            <a:r>
              <a:rPr lang="en-US" altLang="zh-CN" sz="2400" b="1">
                <a:latin typeface="宋体" panose="02010600030101010101" pitchFamily="2" charset="-122"/>
              </a:rPr>
              <a:t>B[i][i]=1</a:t>
            </a:r>
            <a:r>
              <a:rPr lang="zh-CN" altLang="en-US" sz="2400">
                <a:latin typeface="宋体" panose="02010600030101010101" pitchFamily="2" charset="-122"/>
              </a:rPr>
              <a:t>：表示第</a:t>
            </a:r>
            <a:r>
              <a:rPr lang="en-US" altLang="zh-CN" sz="2400">
                <a:latin typeface="宋体" panose="02010600030101010101" pitchFamily="2" charset="-122"/>
              </a:rPr>
              <a:t>i</a:t>
            </a:r>
            <a:r>
              <a:rPr lang="zh-CN" altLang="en-US" sz="2400">
                <a:latin typeface="宋体" panose="02010600030101010101" pitchFamily="2" charset="-122"/>
              </a:rPr>
              <a:t>个过程调用第</a:t>
            </a:r>
            <a:r>
              <a:rPr lang="en-US" altLang="zh-CN" sz="2400">
                <a:latin typeface="宋体" panose="02010600030101010101" pitchFamily="2" charset="-122"/>
              </a:rPr>
              <a:t>j</a:t>
            </a:r>
            <a:r>
              <a:rPr lang="zh-CN" altLang="en-US" sz="2400">
                <a:latin typeface="宋体" panose="02010600030101010101" pitchFamily="2" charset="-122"/>
              </a:rPr>
              <a:t>个过程</a:t>
            </a:r>
            <a:endParaRPr lang="en-US" altLang="zh-CN" sz="2400">
              <a:latin typeface="宋体" panose="02010600030101010101" pitchFamily="2" charset="-122"/>
            </a:endParaRPr>
          </a:p>
          <a:p>
            <a:pPr algn="l">
              <a:lnSpc>
                <a:spcPct val="150000"/>
              </a:lnSpc>
            </a:pPr>
            <a:r>
              <a:rPr lang="en-US" altLang="zh-CN" sz="2400" b="1">
                <a:latin typeface="宋体" panose="02010600030101010101" pitchFamily="2" charset="-122"/>
              </a:rPr>
              <a:t>B[i][j]=0</a:t>
            </a:r>
            <a:r>
              <a:rPr lang="zh-CN" altLang="en-US" sz="2400">
                <a:latin typeface="宋体" panose="02010600030101010101" pitchFamily="2" charset="-122"/>
              </a:rPr>
              <a:t>：表示第</a:t>
            </a:r>
            <a:r>
              <a:rPr lang="en-US" altLang="zh-CN" sz="2400">
                <a:latin typeface="宋体" panose="02010600030101010101" pitchFamily="2" charset="-122"/>
              </a:rPr>
              <a:t>i</a:t>
            </a:r>
            <a:r>
              <a:rPr lang="zh-CN" altLang="en-US" sz="2400">
                <a:latin typeface="宋体" panose="02010600030101010101" pitchFamily="2" charset="-122"/>
              </a:rPr>
              <a:t>个过程不调用第</a:t>
            </a:r>
            <a:r>
              <a:rPr lang="en-US" altLang="zh-CN" sz="2400">
                <a:latin typeface="宋体" panose="02010600030101010101" pitchFamily="2" charset="-122"/>
              </a:rPr>
              <a:t>j</a:t>
            </a:r>
            <a:r>
              <a:rPr lang="zh-CN" altLang="en-US" sz="2400">
                <a:latin typeface="宋体" panose="02010600030101010101" pitchFamily="2" charset="-122"/>
              </a:rPr>
              <a:t>个过程</a:t>
            </a:r>
          </a:p>
        </p:txBody>
      </p:sp>
      <p:sp>
        <p:nvSpPr>
          <p:cNvPr id="7" name="文本框 6">
            <a:extLst>
              <a:ext uri="{FF2B5EF4-FFF2-40B4-BE49-F238E27FC236}">
                <a16:creationId xmlns:a16="http://schemas.microsoft.com/office/drawing/2014/main" id="{5B9DF812-B4D2-D6F9-C3C6-980DE2F48C75}"/>
              </a:ext>
            </a:extLst>
          </p:cNvPr>
          <p:cNvSpPr txBox="1"/>
          <p:nvPr/>
        </p:nvSpPr>
        <p:spPr>
          <a:xfrm>
            <a:off x="4645548" y="2844104"/>
            <a:ext cx="792205" cy="400110"/>
          </a:xfrm>
          <a:prstGeom prst="rect">
            <a:avLst/>
          </a:prstGeom>
          <a:noFill/>
        </p:spPr>
        <p:txBody>
          <a:bodyPr wrap="none" rtlCol="0">
            <a:spAutoFit/>
          </a:bodyPr>
          <a:lstStyle/>
          <a:p>
            <a:r>
              <a:rPr lang="en-US" altLang="zh-CN" sz="2000"/>
              <a:t>1/22</a:t>
            </a:r>
            <a:endParaRPr lang="zh-CN" altLang="en-US" sz="2000"/>
          </a:p>
        </p:txBody>
      </p:sp>
      <p:sp>
        <p:nvSpPr>
          <p:cNvPr id="8" name="文本框 7">
            <a:extLst>
              <a:ext uri="{FF2B5EF4-FFF2-40B4-BE49-F238E27FC236}">
                <a16:creationId xmlns:a16="http://schemas.microsoft.com/office/drawing/2014/main" id="{71C6C3E5-21B3-3B12-8381-C559EACE86DD}"/>
              </a:ext>
            </a:extLst>
          </p:cNvPr>
          <p:cNvSpPr txBox="1"/>
          <p:nvPr/>
        </p:nvSpPr>
        <p:spPr>
          <a:xfrm>
            <a:off x="3928831" y="3860456"/>
            <a:ext cx="792205" cy="400110"/>
          </a:xfrm>
          <a:prstGeom prst="rect">
            <a:avLst/>
          </a:prstGeom>
          <a:noFill/>
        </p:spPr>
        <p:txBody>
          <a:bodyPr wrap="none" rtlCol="0">
            <a:spAutoFit/>
          </a:bodyPr>
          <a:lstStyle/>
          <a:p>
            <a:r>
              <a:rPr lang="en-US" altLang="zh-CN" sz="2000"/>
              <a:t>2/15</a:t>
            </a:r>
            <a:endParaRPr lang="zh-CN" altLang="en-US" sz="2000"/>
          </a:p>
        </p:txBody>
      </p:sp>
      <p:sp>
        <p:nvSpPr>
          <p:cNvPr id="9" name="文本框 8">
            <a:extLst>
              <a:ext uri="{FF2B5EF4-FFF2-40B4-BE49-F238E27FC236}">
                <a16:creationId xmlns:a16="http://schemas.microsoft.com/office/drawing/2014/main" id="{E900B3FA-B487-4468-BDEE-33DF68D574C4}"/>
              </a:ext>
            </a:extLst>
          </p:cNvPr>
          <p:cNvSpPr txBox="1"/>
          <p:nvPr/>
        </p:nvSpPr>
        <p:spPr>
          <a:xfrm>
            <a:off x="5348443" y="3839524"/>
            <a:ext cx="792205" cy="400110"/>
          </a:xfrm>
          <a:prstGeom prst="rect">
            <a:avLst/>
          </a:prstGeom>
          <a:noFill/>
        </p:spPr>
        <p:txBody>
          <a:bodyPr wrap="none" rtlCol="0">
            <a:spAutoFit/>
          </a:bodyPr>
          <a:lstStyle/>
          <a:p>
            <a:r>
              <a:rPr lang="en-US" altLang="zh-CN" sz="2000"/>
              <a:t>3/18</a:t>
            </a:r>
            <a:endParaRPr lang="zh-CN" altLang="en-US" sz="2000"/>
          </a:p>
        </p:txBody>
      </p:sp>
      <p:sp>
        <p:nvSpPr>
          <p:cNvPr id="10" name="文本框 9">
            <a:extLst>
              <a:ext uri="{FF2B5EF4-FFF2-40B4-BE49-F238E27FC236}">
                <a16:creationId xmlns:a16="http://schemas.microsoft.com/office/drawing/2014/main" id="{7AA90344-0EEF-4F1C-B074-7AB63921CB8F}"/>
              </a:ext>
            </a:extLst>
          </p:cNvPr>
          <p:cNvSpPr txBox="1"/>
          <p:nvPr/>
        </p:nvSpPr>
        <p:spPr>
          <a:xfrm>
            <a:off x="3317194" y="5136202"/>
            <a:ext cx="792205" cy="400110"/>
          </a:xfrm>
          <a:prstGeom prst="rect">
            <a:avLst/>
          </a:prstGeom>
          <a:noFill/>
        </p:spPr>
        <p:txBody>
          <a:bodyPr wrap="none" rtlCol="0">
            <a:spAutoFit/>
          </a:bodyPr>
          <a:lstStyle/>
          <a:p>
            <a:r>
              <a:rPr lang="en-US" altLang="zh-CN" sz="2000"/>
              <a:t>4/17</a:t>
            </a:r>
            <a:endParaRPr lang="zh-CN" altLang="en-US" sz="2000"/>
          </a:p>
        </p:txBody>
      </p:sp>
      <p:sp>
        <p:nvSpPr>
          <p:cNvPr id="11" name="文本框 10">
            <a:extLst>
              <a:ext uri="{FF2B5EF4-FFF2-40B4-BE49-F238E27FC236}">
                <a16:creationId xmlns:a16="http://schemas.microsoft.com/office/drawing/2014/main" id="{4A92E8DD-AD6C-97D6-675E-4F4F4CD3C40A}"/>
              </a:ext>
            </a:extLst>
          </p:cNvPr>
          <p:cNvSpPr txBox="1"/>
          <p:nvPr/>
        </p:nvSpPr>
        <p:spPr>
          <a:xfrm>
            <a:off x="4728921" y="5136202"/>
            <a:ext cx="792205" cy="400110"/>
          </a:xfrm>
          <a:prstGeom prst="rect">
            <a:avLst/>
          </a:prstGeom>
          <a:noFill/>
        </p:spPr>
        <p:txBody>
          <a:bodyPr wrap="none" rtlCol="0">
            <a:spAutoFit/>
          </a:bodyPr>
          <a:lstStyle/>
          <a:p>
            <a:r>
              <a:rPr lang="en-US" altLang="zh-CN" sz="2000"/>
              <a:t>6/10</a:t>
            </a:r>
            <a:endParaRPr lang="zh-CN" altLang="en-US" sz="2000"/>
          </a:p>
        </p:txBody>
      </p:sp>
      <p:sp>
        <p:nvSpPr>
          <p:cNvPr id="12" name="文本框 11">
            <a:extLst>
              <a:ext uri="{FF2B5EF4-FFF2-40B4-BE49-F238E27FC236}">
                <a16:creationId xmlns:a16="http://schemas.microsoft.com/office/drawing/2014/main" id="{96E6F870-696D-5338-9557-8AC2A952366E}"/>
              </a:ext>
            </a:extLst>
          </p:cNvPr>
          <p:cNvSpPr txBox="1"/>
          <p:nvPr/>
        </p:nvSpPr>
        <p:spPr>
          <a:xfrm>
            <a:off x="6140648" y="5136202"/>
            <a:ext cx="792205" cy="400110"/>
          </a:xfrm>
          <a:prstGeom prst="rect">
            <a:avLst/>
          </a:prstGeom>
          <a:noFill/>
        </p:spPr>
        <p:txBody>
          <a:bodyPr wrap="none" rtlCol="0">
            <a:spAutoFit/>
          </a:bodyPr>
          <a:lstStyle/>
          <a:p>
            <a:r>
              <a:rPr lang="en-US" altLang="zh-CN" sz="2000"/>
              <a:t>5/23</a:t>
            </a:r>
            <a:endParaRPr lang="zh-CN" altLang="en-US" sz="2000"/>
          </a:p>
        </p:txBody>
      </p:sp>
      <p:cxnSp>
        <p:nvCxnSpPr>
          <p:cNvPr id="14" name="直接连接符 13">
            <a:extLst>
              <a:ext uri="{FF2B5EF4-FFF2-40B4-BE49-F238E27FC236}">
                <a16:creationId xmlns:a16="http://schemas.microsoft.com/office/drawing/2014/main" id="{0203BCA1-4DB0-4215-16AF-883DC28771CF}"/>
              </a:ext>
            </a:extLst>
          </p:cNvPr>
          <p:cNvCxnSpPr>
            <a:stCxn id="7" idx="2"/>
            <a:endCxn id="8" idx="0"/>
          </p:cNvCxnSpPr>
          <p:nvPr/>
        </p:nvCxnSpPr>
        <p:spPr bwMode="auto">
          <a:xfrm flipH="1">
            <a:off x="4324934" y="3244214"/>
            <a:ext cx="716717" cy="61624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3D63AE5F-E267-457B-4413-4325FCA9BF23}"/>
              </a:ext>
            </a:extLst>
          </p:cNvPr>
          <p:cNvCxnSpPr>
            <a:stCxn id="7" idx="2"/>
            <a:endCxn id="9" idx="0"/>
          </p:cNvCxnSpPr>
          <p:nvPr/>
        </p:nvCxnSpPr>
        <p:spPr bwMode="auto">
          <a:xfrm>
            <a:off x="5041651" y="3244214"/>
            <a:ext cx="702895" cy="595310"/>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18" name="直接连接符 17">
            <a:extLst>
              <a:ext uri="{FF2B5EF4-FFF2-40B4-BE49-F238E27FC236}">
                <a16:creationId xmlns:a16="http://schemas.microsoft.com/office/drawing/2014/main" id="{EA98CD4C-6432-A90B-8FD5-716752AB28B3}"/>
              </a:ext>
            </a:extLst>
          </p:cNvPr>
          <p:cNvCxnSpPr>
            <a:cxnSpLocks/>
            <a:stCxn id="8" idx="2"/>
            <a:endCxn id="10" idx="0"/>
          </p:cNvCxnSpPr>
          <p:nvPr/>
        </p:nvCxnSpPr>
        <p:spPr bwMode="auto">
          <a:xfrm flipH="1">
            <a:off x="3713297" y="4260566"/>
            <a:ext cx="611637" cy="8756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1" name="直接连接符 20">
            <a:extLst>
              <a:ext uri="{FF2B5EF4-FFF2-40B4-BE49-F238E27FC236}">
                <a16:creationId xmlns:a16="http://schemas.microsoft.com/office/drawing/2014/main" id="{E1A8D112-853F-DE69-FFDE-63EAF146B717}"/>
              </a:ext>
            </a:extLst>
          </p:cNvPr>
          <p:cNvCxnSpPr>
            <a:cxnSpLocks/>
            <a:stCxn id="8" idx="2"/>
            <a:endCxn id="11" idx="0"/>
          </p:cNvCxnSpPr>
          <p:nvPr/>
        </p:nvCxnSpPr>
        <p:spPr bwMode="auto">
          <a:xfrm>
            <a:off x="4324934" y="4260566"/>
            <a:ext cx="800090" cy="8756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5" name="直接连接符 24">
            <a:extLst>
              <a:ext uri="{FF2B5EF4-FFF2-40B4-BE49-F238E27FC236}">
                <a16:creationId xmlns:a16="http://schemas.microsoft.com/office/drawing/2014/main" id="{73A77D22-F268-83BC-75EC-CB72A40384CF}"/>
              </a:ext>
            </a:extLst>
          </p:cNvPr>
          <p:cNvCxnSpPr>
            <a:stCxn id="9" idx="2"/>
            <a:endCxn id="12" idx="0"/>
          </p:cNvCxnSpPr>
          <p:nvPr/>
        </p:nvCxnSpPr>
        <p:spPr bwMode="auto">
          <a:xfrm>
            <a:off x="5744546" y="4239634"/>
            <a:ext cx="792205" cy="8965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7" name="直接连接符 26">
            <a:extLst>
              <a:ext uri="{FF2B5EF4-FFF2-40B4-BE49-F238E27FC236}">
                <a16:creationId xmlns:a16="http://schemas.microsoft.com/office/drawing/2014/main" id="{7FAA4B81-1375-DC2F-6FA1-29F9BE1188AC}"/>
              </a:ext>
            </a:extLst>
          </p:cNvPr>
          <p:cNvCxnSpPr>
            <a:cxnSpLocks/>
            <a:stCxn id="9" idx="2"/>
            <a:endCxn id="11" idx="0"/>
          </p:cNvCxnSpPr>
          <p:nvPr/>
        </p:nvCxnSpPr>
        <p:spPr bwMode="auto">
          <a:xfrm flipH="1">
            <a:off x="5125024" y="4239634"/>
            <a:ext cx="619522" cy="8965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sp>
        <p:nvSpPr>
          <p:cNvPr id="22" name="文本框 21">
            <a:extLst>
              <a:ext uri="{FF2B5EF4-FFF2-40B4-BE49-F238E27FC236}">
                <a16:creationId xmlns:a16="http://schemas.microsoft.com/office/drawing/2014/main" id="{859938D8-0DE8-E76D-011E-561C27F1DBB5}"/>
              </a:ext>
            </a:extLst>
          </p:cNvPr>
          <p:cNvSpPr txBox="1"/>
          <p:nvPr/>
        </p:nvSpPr>
        <p:spPr>
          <a:xfrm>
            <a:off x="1964184" y="6297248"/>
            <a:ext cx="5328592" cy="559769"/>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en-US" altLang="zh-CN" sz="2400" b="1">
                <a:solidFill>
                  <a:srgbClr val="2D84F3"/>
                </a:solidFill>
                <a:latin typeface="宋体" panose="02010600030101010101" pitchFamily="2" charset="-122"/>
              </a:rPr>
              <a:t>Units[n]</a:t>
            </a:r>
            <a:r>
              <a:rPr lang="zh-CN" altLang="en-US" sz="2400">
                <a:latin typeface="宋体" panose="02010600030101010101" pitchFamily="2" charset="-122"/>
              </a:rPr>
              <a:t>：过程所需内存量矩阵</a:t>
            </a:r>
          </a:p>
        </p:txBody>
      </p:sp>
      <p:graphicFrame>
        <p:nvGraphicFramePr>
          <p:cNvPr id="13" name="表格 14">
            <a:extLst>
              <a:ext uri="{FF2B5EF4-FFF2-40B4-BE49-F238E27FC236}">
                <a16:creationId xmlns:a16="http://schemas.microsoft.com/office/drawing/2014/main" id="{CE207F87-07D1-AD15-D007-953C5278FD76}"/>
              </a:ext>
            </a:extLst>
          </p:cNvPr>
          <p:cNvGraphicFramePr>
            <a:graphicFrameLocks noGrp="1"/>
          </p:cNvGraphicFramePr>
          <p:nvPr>
            <p:extLst>
              <p:ext uri="{D42A27DB-BD31-4B8C-83A1-F6EECF244321}">
                <p14:modId xmlns:p14="http://schemas.microsoft.com/office/powerpoint/2010/main" val="2783106653"/>
              </p:ext>
            </p:extLst>
          </p:nvPr>
        </p:nvGraphicFramePr>
        <p:xfrm>
          <a:off x="7837080" y="3320654"/>
          <a:ext cx="4558302" cy="2755459"/>
        </p:xfrm>
        <a:graphic>
          <a:graphicData uri="http://schemas.openxmlformats.org/drawingml/2006/table">
            <a:tbl>
              <a:tblPr firstRow="1" firstCol="1" bandRow="1">
                <a:tableStyleId>{5940675A-B579-460E-94D1-54222C63F5DA}</a:tableStyleId>
              </a:tblPr>
              <a:tblGrid>
                <a:gridCol w="651186">
                  <a:extLst>
                    <a:ext uri="{9D8B030D-6E8A-4147-A177-3AD203B41FA5}">
                      <a16:colId xmlns:a16="http://schemas.microsoft.com/office/drawing/2014/main" val="42041411"/>
                    </a:ext>
                  </a:extLst>
                </a:gridCol>
                <a:gridCol w="651186">
                  <a:extLst>
                    <a:ext uri="{9D8B030D-6E8A-4147-A177-3AD203B41FA5}">
                      <a16:colId xmlns:a16="http://schemas.microsoft.com/office/drawing/2014/main" val="2599943304"/>
                    </a:ext>
                  </a:extLst>
                </a:gridCol>
                <a:gridCol w="651186">
                  <a:extLst>
                    <a:ext uri="{9D8B030D-6E8A-4147-A177-3AD203B41FA5}">
                      <a16:colId xmlns:a16="http://schemas.microsoft.com/office/drawing/2014/main" val="134460026"/>
                    </a:ext>
                  </a:extLst>
                </a:gridCol>
                <a:gridCol w="651186">
                  <a:extLst>
                    <a:ext uri="{9D8B030D-6E8A-4147-A177-3AD203B41FA5}">
                      <a16:colId xmlns:a16="http://schemas.microsoft.com/office/drawing/2014/main" val="4141506732"/>
                    </a:ext>
                  </a:extLst>
                </a:gridCol>
                <a:gridCol w="651186">
                  <a:extLst>
                    <a:ext uri="{9D8B030D-6E8A-4147-A177-3AD203B41FA5}">
                      <a16:colId xmlns:a16="http://schemas.microsoft.com/office/drawing/2014/main" val="3275253306"/>
                    </a:ext>
                  </a:extLst>
                </a:gridCol>
                <a:gridCol w="651186">
                  <a:extLst>
                    <a:ext uri="{9D8B030D-6E8A-4147-A177-3AD203B41FA5}">
                      <a16:colId xmlns:a16="http://schemas.microsoft.com/office/drawing/2014/main" val="2667789695"/>
                    </a:ext>
                  </a:extLst>
                </a:gridCol>
                <a:gridCol w="651186">
                  <a:extLst>
                    <a:ext uri="{9D8B030D-6E8A-4147-A177-3AD203B41FA5}">
                      <a16:colId xmlns:a16="http://schemas.microsoft.com/office/drawing/2014/main" val="1856400832"/>
                    </a:ext>
                  </a:extLst>
                </a:gridCol>
              </a:tblGrid>
              <a:tr h="370840">
                <a:tc>
                  <a:txBody>
                    <a:bodyPr/>
                    <a:lstStyle/>
                    <a:p>
                      <a:pPr algn="ctr"/>
                      <a:endParaRPr lang="zh-CN" altLang="en-US"/>
                    </a:p>
                  </a:txBody>
                  <a:tcPr anchor="ctr"/>
                </a:tc>
                <a:tc>
                  <a:txBody>
                    <a:bodyPr/>
                    <a:lstStyle/>
                    <a:p>
                      <a:pPr algn="ctr"/>
                      <a:r>
                        <a:rPr lang="en-US" altLang="zh-CN"/>
                        <a:t>1</a:t>
                      </a:r>
                      <a:endParaRPr lang="zh-CN" altLang="en-US"/>
                    </a:p>
                  </a:txBody>
                  <a:tcPr anchor="ctr">
                    <a:lnR w="12700" cmpd="sng">
                      <a:noFill/>
                    </a:lnR>
                  </a:tcPr>
                </a:tc>
                <a:tc>
                  <a:txBody>
                    <a:bodyPr/>
                    <a:lstStyle/>
                    <a:p>
                      <a:pPr algn="ctr"/>
                      <a:r>
                        <a:rPr lang="en-US" altLang="zh-CN"/>
                        <a:t>2</a:t>
                      </a:r>
                      <a:endParaRPr lang="zh-CN" altLang="en-US"/>
                    </a:p>
                  </a:txBody>
                  <a:tcPr anchor="ctr">
                    <a:lnL w="12700" cmpd="sng">
                      <a:noFill/>
                    </a:lnL>
                    <a:lnR w="12700" cmpd="sng">
                      <a:noFill/>
                    </a:lnR>
                  </a:tcPr>
                </a:tc>
                <a:tc>
                  <a:txBody>
                    <a:bodyPr/>
                    <a:lstStyle/>
                    <a:p>
                      <a:pPr algn="ctr"/>
                      <a:r>
                        <a:rPr lang="en-US" altLang="zh-CN"/>
                        <a:t>3</a:t>
                      </a:r>
                      <a:endParaRPr lang="zh-CN" altLang="en-US"/>
                    </a:p>
                  </a:txBody>
                  <a:tcPr anchor="ctr">
                    <a:lnL w="12700" cmpd="sng">
                      <a:noFill/>
                    </a:lnL>
                    <a:lnR w="12700" cmpd="sng">
                      <a:noFill/>
                    </a:lnR>
                  </a:tcPr>
                </a:tc>
                <a:tc>
                  <a:txBody>
                    <a:bodyPr/>
                    <a:lstStyle/>
                    <a:p>
                      <a:pPr algn="ctr"/>
                      <a:r>
                        <a:rPr lang="en-US" altLang="zh-CN"/>
                        <a:t>4</a:t>
                      </a:r>
                      <a:endParaRPr lang="zh-CN" altLang="en-US"/>
                    </a:p>
                  </a:txBody>
                  <a:tcPr anchor="ctr">
                    <a:lnL w="12700" cmpd="sng">
                      <a:noFill/>
                    </a:lnL>
                    <a:lnR w="12700" cmpd="sng">
                      <a:noFill/>
                    </a:lnR>
                  </a:tcPr>
                </a:tc>
                <a:tc>
                  <a:txBody>
                    <a:bodyPr/>
                    <a:lstStyle/>
                    <a:p>
                      <a:pPr algn="ctr"/>
                      <a:r>
                        <a:rPr lang="en-US" altLang="zh-CN"/>
                        <a:t>5</a:t>
                      </a:r>
                      <a:endParaRPr lang="zh-CN" altLang="en-US"/>
                    </a:p>
                  </a:txBody>
                  <a:tcPr anchor="ctr">
                    <a:lnL w="12700" cmpd="sng">
                      <a:noFill/>
                    </a:lnL>
                    <a:lnR w="12700" cmpd="sng">
                      <a:noFill/>
                    </a:lnR>
                  </a:tcPr>
                </a:tc>
                <a:tc>
                  <a:txBody>
                    <a:bodyPr/>
                    <a:lstStyle/>
                    <a:p>
                      <a:pPr algn="ctr"/>
                      <a:r>
                        <a:rPr lang="en-US" altLang="zh-CN"/>
                        <a:t>6</a:t>
                      </a:r>
                      <a:endParaRPr lang="zh-CN" altLang="en-US"/>
                    </a:p>
                  </a:txBody>
                  <a:tcPr anchor="ctr">
                    <a:lnL w="12700" cmpd="sng">
                      <a:noFill/>
                    </a:lnL>
                  </a:tcPr>
                </a:tc>
                <a:extLst>
                  <a:ext uri="{0D108BD9-81ED-4DB2-BD59-A6C34878D82A}">
                    <a16:rowId xmlns:a16="http://schemas.microsoft.com/office/drawing/2014/main" val="1491164817"/>
                  </a:ext>
                </a:extLst>
              </a:tr>
              <a:tr h="370840">
                <a:tc>
                  <a:txBody>
                    <a:bodyPr/>
                    <a:lstStyle/>
                    <a:p>
                      <a:pPr algn="ctr"/>
                      <a:r>
                        <a:rPr lang="en-US" altLang="zh-CN"/>
                        <a:t>1</a:t>
                      </a:r>
                      <a:endParaRPr lang="zh-CN" altLang="en-US"/>
                    </a:p>
                  </a:txBody>
                  <a:tcPr anchor="ctr">
                    <a:lnB w="12700" cmpd="sng">
                      <a:noFill/>
                    </a:lnB>
                  </a:tcPr>
                </a:tc>
                <a:tc>
                  <a:txBody>
                    <a:bodyPr/>
                    <a:lstStyle/>
                    <a:p>
                      <a:pPr algn="ctr"/>
                      <a:r>
                        <a:rPr lang="en-US" altLang="zh-CN"/>
                        <a:t>0</a:t>
                      </a:r>
                      <a:endParaRPr lang="zh-CN" altLang="en-US"/>
                    </a:p>
                  </a:txBody>
                  <a:tcPr anchor="ctr">
                    <a:lnR w="12700" cmpd="sng">
                      <a:noFill/>
                    </a:lnR>
                    <a:lnB w="12700" cmpd="sng">
                      <a:noFill/>
                    </a:lnB>
                  </a:tcPr>
                </a:tc>
                <a:tc>
                  <a:txBody>
                    <a:bodyPr/>
                    <a:lstStyle/>
                    <a:p>
                      <a:pPr algn="ctr"/>
                      <a:r>
                        <a:rPr lang="en-US" altLang="zh-CN"/>
                        <a:t>1</a:t>
                      </a:r>
                      <a:endParaRPr lang="zh-CN" altLang="en-US"/>
                    </a:p>
                  </a:txBody>
                  <a:tcPr anchor="ctr">
                    <a:lnL w="12700" cmpd="sng">
                      <a:noFill/>
                    </a:lnL>
                    <a:lnR w="12700" cmpd="sng">
                      <a:noFill/>
                    </a:lnR>
                    <a:lnB w="12700" cmpd="sng">
                      <a:noFill/>
                    </a:lnB>
                  </a:tcPr>
                </a:tc>
                <a:tc>
                  <a:txBody>
                    <a:bodyPr/>
                    <a:lstStyle/>
                    <a:p>
                      <a:pPr algn="ctr"/>
                      <a:r>
                        <a:rPr lang="en-US" altLang="zh-CN"/>
                        <a:t>1</a:t>
                      </a:r>
                      <a:endParaRPr lang="zh-CN" altLang="en-US"/>
                    </a:p>
                  </a:txBody>
                  <a:tcPr anchor="ctr">
                    <a:lnL w="12700" cmpd="sng">
                      <a:noFill/>
                    </a:lnL>
                    <a:lnR w="12700" cmpd="sng">
                      <a:noFill/>
                    </a:lnR>
                    <a:lnB w="12700" cmpd="sng">
                      <a:noFill/>
                    </a:lnB>
                  </a:tcPr>
                </a:tc>
                <a:tc>
                  <a:txBody>
                    <a:bodyPr/>
                    <a:lstStyle/>
                    <a:p>
                      <a:pPr algn="ctr"/>
                      <a:r>
                        <a:rPr lang="en-US" altLang="zh-CN"/>
                        <a:t>0</a:t>
                      </a:r>
                      <a:endParaRPr lang="zh-CN" altLang="en-US"/>
                    </a:p>
                  </a:txBody>
                  <a:tcPr anchor="ctr">
                    <a:lnL w="12700" cmpd="sng">
                      <a:noFill/>
                    </a:lnL>
                    <a:lnR w="12700" cmpd="sng">
                      <a:noFill/>
                    </a:lnR>
                    <a:lnB w="12700" cmpd="sng">
                      <a:noFill/>
                    </a:lnB>
                  </a:tcPr>
                </a:tc>
                <a:tc>
                  <a:txBody>
                    <a:bodyPr/>
                    <a:lstStyle/>
                    <a:p>
                      <a:pPr algn="ctr"/>
                      <a:r>
                        <a:rPr lang="en-US" altLang="zh-CN"/>
                        <a:t>0</a:t>
                      </a:r>
                      <a:endParaRPr lang="zh-CN" altLang="en-US"/>
                    </a:p>
                  </a:txBody>
                  <a:tcPr anchor="ctr">
                    <a:lnL w="12700" cmpd="sng">
                      <a:noFill/>
                    </a:lnL>
                    <a:lnR w="12700" cmpd="sng">
                      <a:noFill/>
                    </a:lnR>
                    <a:lnB w="12700" cmpd="sng">
                      <a:noFill/>
                    </a:lnB>
                  </a:tcPr>
                </a:tc>
                <a:tc>
                  <a:txBody>
                    <a:bodyPr/>
                    <a:lstStyle/>
                    <a:p>
                      <a:pPr algn="ctr"/>
                      <a:r>
                        <a:rPr lang="en-US" altLang="zh-CN"/>
                        <a:t>0</a:t>
                      </a:r>
                      <a:endParaRPr lang="zh-CN" altLang="en-US"/>
                    </a:p>
                  </a:txBody>
                  <a:tcPr anchor="ctr">
                    <a:lnL w="12700" cmpd="sng">
                      <a:noFill/>
                    </a:lnL>
                    <a:lnB w="12700" cmpd="sng">
                      <a:noFill/>
                    </a:lnB>
                  </a:tcPr>
                </a:tc>
                <a:extLst>
                  <a:ext uri="{0D108BD9-81ED-4DB2-BD59-A6C34878D82A}">
                    <a16:rowId xmlns:a16="http://schemas.microsoft.com/office/drawing/2014/main" val="3900268116"/>
                  </a:ext>
                </a:extLst>
              </a:tr>
              <a:tr h="370840">
                <a:tc>
                  <a:txBody>
                    <a:bodyPr/>
                    <a:lstStyle/>
                    <a:p>
                      <a:pPr algn="ctr"/>
                      <a:r>
                        <a:rPr lang="en-US" altLang="zh-CN"/>
                        <a:t>2</a:t>
                      </a:r>
                      <a:endParaRPr lang="zh-CN" altLang="en-US"/>
                    </a:p>
                  </a:txBody>
                  <a:tcPr anchor="ctr">
                    <a:lnT w="12700" cmpd="sng">
                      <a:noFill/>
                    </a:lnT>
                    <a:lnB w="12700" cmpd="sng">
                      <a:noFill/>
                    </a:lnB>
                  </a:tcPr>
                </a:tc>
                <a:tc>
                  <a:txBody>
                    <a:bodyPr/>
                    <a:lstStyle/>
                    <a:p>
                      <a:pPr algn="ctr"/>
                      <a:r>
                        <a:rPr lang="en-US" altLang="zh-CN"/>
                        <a:t>0</a:t>
                      </a:r>
                      <a:endParaRPr lang="zh-CN" altLang="en-US"/>
                    </a:p>
                  </a:txBody>
                  <a:tcPr anchor="ctr">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1</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1</a:t>
                      </a:r>
                      <a:endParaRPr lang="zh-CN" altLang="en-US"/>
                    </a:p>
                  </a:txBody>
                  <a:tcPr anchor="ctr">
                    <a:lnL w="12700" cmpd="sng">
                      <a:noFill/>
                    </a:lnL>
                    <a:lnT w="12700" cmpd="sng">
                      <a:noFill/>
                    </a:lnT>
                    <a:lnB w="12700" cmpd="sng">
                      <a:noFill/>
                    </a:lnB>
                  </a:tcPr>
                </a:tc>
                <a:extLst>
                  <a:ext uri="{0D108BD9-81ED-4DB2-BD59-A6C34878D82A}">
                    <a16:rowId xmlns:a16="http://schemas.microsoft.com/office/drawing/2014/main" val="3416082970"/>
                  </a:ext>
                </a:extLst>
              </a:tr>
              <a:tr h="370840">
                <a:tc>
                  <a:txBody>
                    <a:bodyPr/>
                    <a:lstStyle/>
                    <a:p>
                      <a:pPr algn="ctr"/>
                      <a:r>
                        <a:rPr lang="en-US" altLang="zh-CN"/>
                        <a:t>3</a:t>
                      </a:r>
                      <a:endParaRPr lang="zh-CN" altLang="en-US"/>
                    </a:p>
                  </a:txBody>
                  <a:tcPr anchor="ctr">
                    <a:lnT w="12700" cmpd="sng">
                      <a:noFill/>
                    </a:lnT>
                    <a:lnB w="12700" cmpd="sng">
                      <a:noFill/>
                    </a:lnB>
                  </a:tcPr>
                </a:tc>
                <a:tc>
                  <a:txBody>
                    <a:bodyPr/>
                    <a:lstStyle/>
                    <a:p>
                      <a:pPr algn="ctr"/>
                      <a:r>
                        <a:rPr lang="en-US" altLang="zh-CN"/>
                        <a:t>0</a:t>
                      </a:r>
                      <a:endParaRPr lang="zh-CN" altLang="en-US"/>
                    </a:p>
                  </a:txBody>
                  <a:tcPr anchor="ctr">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1</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1</a:t>
                      </a:r>
                      <a:endParaRPr lang="zh-CN" altLang="en-US"/>
                    </a:p>
                  </a:txBody>
                  <a:tcPr anchor="ctr">
                    <a:lnL w="12700" cmpd="sng">
                      <a:noFill/>
                    </a:lnL>
                    <a:lnT w="12700" cmpd="sng">
                      <a:noFill/>
                    </a:lnT>
                    <a:lnB w="12700" cmpd="sng">
                      <a:noFill/>
                    </a:lnB>
                  </a:tcPr>
                </a:tc>
                <a:extLst>
                  <a:ext uri="{0D108BD9-81ED-4DB2-BD59-A6C34878D82A}">
                    <a16:rowId xmlns:a16="http://schemas.microsoft.com/office/drawing/2014/main" val="1007858401"/>
                  </a:ext>
                </a:extLst>
              </a:tr>
              <a:tr h="370840">
                <a:tc>
                  <a:txBody>
                    <a:bodyPr/>
                    <a:lstStyle/>
                    <a:p>
                      <a:pPr algn="ctr"/>
                      <a:r>
                        <a:rPr lang="en-US" altLang="zh-CN"/>
                        <a:t>4</a:t>
                      </a:r>
                      <a:endParaRPr lang="zh-CN" altLang="en-US"/>
                    </a:p>
                  </a:txBody>
                  <a:tcPr anchor="ctr">
                    <a:lnT w="12700" cmpd="sng">
                      <a:noFill/>
                    </a:lnT>
                    <a:lnB w="12700" cmpd="sng">
                      <a:noFill/>
                    </a:lnB>
                  </a:tcPr>
                </a:tc>
                <a:tc>
                  <a:txBody>
                    <a:bodyPr/>
                    <a:lstStyle/>
                    <a:p>
                      <a:pPr algn="ctr"/>
                      <a:r>
                        <a:rPr lang="en-US" altLang="zh-CN"/>
                        <a:t>0</a:t>
                      </a:r>
                      <a:endParaRPr lang="zh-CN" altLang="en-US"/>
                    </a:p>
                  </a:txBody>
                  <a:tcPr anchor="ctr">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T w="12700" cmpd="sng">
                      <a:noFill/>
                    </a:lnT>
                    <a:lnB w="12700" cmpd="sng">
                      <a:noFill/>
                    </a:lnB>
                  </a:tcPr>
                </a:tc>
                <a:extLst>
                  <a:ext uri="{0D108BD9-81ED-4DB2-BD59-A6C34878D82A}">
                    <a16:rowId xmlns:a16="http://schemas.microsoft.com/office/drawing/2014/main" val="1728106042"/>
                  </a:ext>
                </a:extLst>
              </a:tr>
              <a:tr h="370840">
                <a:tc>
                  <a:txBody>
                    <a:bodyPr/>
                    <a:lstStyle/>
                    <a:p>
                      <a:pPr algn="ctr"/>
                      <a:r>
                        <a:rPr lang="en-US" altLang="zh-CN"/>
                        <a:t>5</a:t>
                      </a:r>
                      <a:endParaRPr lang="zh-CN" altLang="en-US"/>
                    </a:p>
                  </a:txBody>
                  <a:tcPr anchor="ctr">
                    <a:lnT w="12700" cmpd="sng">
                      <a:noFill/>
                    </a:lnT>
                    <a:lnB w="12700" cmpd="sng">
                      <a:noFill/>
                    </a:lnB>
                  </a:tcPr>
                </a:tc>
                <a:tc>
                  <a:txBody>
                    <a:bodyPr/>
                    <a:lstStyle/>
                    <a:p>
                      <a:pPr algn="ctr"/>
                      <a:r>
                        <a:rPr lang="en-US" altLang="zh-CN"/>
                        <a:t>0</a:t>
                      </a:r>
                      <a:endParaRPr lang="zh-CN" altLang="en-US"/>
                    </a:p>
                  </a:txBody>
                  <a:tcPr anchor="ctr">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R w="12700" cmpd="sng">
                      <a:noFill/>
                    </a:lnR>
                    <a:lnT w="12700" cmpd="sng">
                      <a:noFill/>
                    </a:lnT>
                    <a:lnB w="12700" cmpd="sng">
                      <a:noFill/>
                    </a:lnB>
                  </a:tcPr>
                </a:tc>
                <a:tc>
                  <a:txBody>
                    <a:bodyPr/>
                    <a:lstStyle/>
                    <a:p>
                      <a:pPr algn="ctr"/>
                      <a:r>
                        <a:rPr lang="en-US" altLang="zh-CN"/>
                        <a:t>0</a:t>
                      </a:r>
                      <a:endParaRPr lang="zh-CN" altLang="en-US"/>
                    </a:p>
                  </a:txBody>
                  <a:tcPr anchor="ctr">
                    <a:lnL w="12700" cmpd="sng">
                      <a:noFill/>
                    </a:lnL>
                    <a:lnT w="12700" cmpd="sng">
                      <a:noFill/>
                    </a:lnT>
                    <a:lnB w="12700" cmpd="sng">
                      <a:noFill/>
                    </a:lnB>
                  </a:tcPr>
                </a:tc>
                <a:extLst>
                  <a:ext uri="{0D108BD9-81ED-4DB2-BD59-A6C34878D82A}">
                    <a16:rowId xmlns:a16="http://schemas.microsoft.com/office/drawing/2014/main" val="3527289637"/>
                  </a:ext>
                </a:extLst>
              </a:tr>
              <a:tr h="370840">
                <a:tc>
                  <a:txBody>
                    <a:bodyPr/>
                    <a:lstStyle/>
                    <a:p>
                      <a:pPr algn="ctr"/>
                      <a:r>
                        <a:rPr lang="en-US" altLang="zh-CN"/>
                        <a:t>6</a:t>
                      </a:r>
                      <a:endParaRPr lang="zh-CN" altLang="en-US"/>
                    </a:p>
                  </a:txBody>
                  <a:tcPr anchor="ctr">
                    <a:lnT w="12700" cmpd="sng">
                      <a:noFill/>
                    </a:lnT>
                  </a:tcPr>
                </a:tc>
                <a:tc>
                  <a:txBody>
                    <a:bodyPr/>
                    <a:lstStyle/>
                    <a:p>
                      <a:pPr algn="ctr"/>
                      <a:r>
                        <a:rPr lang="en-US" altLang="zh-CN"/>
                        <a:t>0</a:t>
                      </a:r>
                      <a:endParaRPr lang="zh-CN" altLang="en-US"/>
                    </a:p>
                  </a:txBody>
                  <a:tcPr anchor="ctr">
                    <a:lnR w="12700" cmpd="sng">
                      <a:noFill/>
                    </a:lnR>
                    <a:lnT w="12700" cmpd="sng">
                      <a:noFill/>
                    </a:lnT>
                  </a:tcPr>
                </a:tc>
                <a:tc>
                  <a:txBody>
                    <a:bodyPr/>
                    <a:lstStyle/>
                    <a:p>
                      <a:pPr algn="ctr"/>
                      <a:r>
                        <a:rPr lang="en-US" altLang="zh-CN"/>
                        <a:t>0</a:t>
                      </a:r>
                      <a:endParaRPr lang="zh-CN" altLang="en-US"/>
                    </a:p>
                  </a:txBody>
                  <a:tcPr anchor="ctr">
                    <a:lnL w="12700" cmpd="sng">
                      <a:noFill/>
                    </a:lnL>
                    <a:lnR w="12700" cmpd="sng">
                      <a:noFill/>
                    </a:lnR>
                    <a:lnT w="12700" cmpd="sng">
                      <a:noFill/>
                    </a:lnT>
                  </a:tcPr>
                </a:tc>
                <a:tc>
                  <a:txBody>
                    <a:bodyPr/>
                    <a:lstStyle/>
                    <a:p>
                      <a:pPr algn="ctr"/>
                      <a:r>
                        <a:rPr lang="en-US" altLang="zh-CN"/>
                        <a:t>0</a:t>
                      </a:r>
                      <a:endParaRPr lang="zh-CN" altLang="en-US"/>
                    </a:p>
                  </a:txBody>
                  <a:tcPr anchor="ctr">
                    <a:lnL w="12700" cmpd="sng">
                      <a:noFill/>
                    </a:lnL>
                    <a:lnR w="12700" cmpd="sng">
                      <a:noFill/>
                    </a:lnR>
                    <a:lnT w="12700" cmpd="sng">
                      <a:noFill/>
                    </a:lnT>
                  </a:tcPr>
                </a:tc>
                <a:tc>
                  <a:txBody>
                    <a:bodyPr/>
                    <a:lstStyle/>
                    <a:p>
                      <a:pPr algn="ctr"/>
                      <a:r>
                        <a:rPr lang="en-US" altLang="zh-CN"/>
                        <a:t>0</a:t>
                      </a:r>
                      <a:endParaRPr lang="zh-CN" altLang="en-US"/>
                    </a:p>
                  </a:txBody>
                  <a:tcPr anchor="ctr">
                    <a:lnL w="12700" cmpd="sng">
                      <a:noFill/>
                    </a:lnL>
                    <a:lnR w="12700" cmpd="sng">
                      <a:noFill/>
                    </a:lnR>
                    <a:lnT w="12700" cmpd="sng">
                      <a:noFill/>
                    </a:lnT>
                  </a:tcPr>
                </a:tc>
                <a:tc>
                  <a:txBody>
                    <a:bodyPr/>
                    <a:lstStyle/>
                    <a:p>
                      <a:pPr algn="ctr"/>
                      <a:r>
                        <a:rPr lang="en-US" altLang="zh-CN"/>
                        <a:t>0</a:t>
                      </a:r>
                      <a:endParaRPr lang="zh-CN" altLang="en-US"/>
                    </a:p>
                  </a:txBody>
                  <a:tcPr anchor="ctr">
                    <a:lnL w="12700" cmpd="sng">
                      <a:noFill/>
                    </a:lnL>
                    <a:lnR w="12700" cmpd="sng">
                      <a:noFill/>
                    </a:lnR>
                    <a:lnT w="12700" cmpd="sng">
                      <a:noFill/>
                    </a:lnT>
                  </a:tcPr>
                </a:tc>
                <a:tc>
                  <a:txBody>
                    <a:bodyPr/>
                    <a:lstStyle/>
                    <a:p>
                      <a:pPr algn="ctr"/>
                      <a:r>
                        <a:rPr lang="en-US" altLang="zh-CN"/>
                        <a:t>0</a:t>
                      </a:r>
                      <a:endParaRPr lang="zh-CN" altLang="en-US"/>
                    </a:p>
                  </a:txBody>
                  <a:tcPr anchor="ctr">
                    <a:lnL w="12700" cmpd="sng">
                      <a:noFill/>
                    </a:lnL>
                    <a:lnT w="12700" cmpd="sng">
                      <a:noFill/>
                    </a:lnT>
                  </a:tcPr>
                </a:tc>
                <a:extLst>
                  <a:ext uri="{0D108BD9-81ED-4DB2-BD59-A6C34878D82A}">
                    <a16:rowId xmlns:a16="http://schemas.microsoft.com/office/drawing/2014/main" val="3417580338"/>
                  </a:ext>
                </a:extLst>
              </a:tr>
            </a:tbl>
          </a:graphicData>
        </a:graphic>
      </p:graphicFrame>
    </p:spTree>
    <p:extLst>
      <p:ext uri="{BB962C8B-B14F-4D97-AF65-F5344CB8AC3E}">
        <p14:creationId xmlns:p14="http://schemas.microsoft.com/office/powerpoint/2010/main" val="2506141873"/>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DBFAB9A-8B4C-05F3-210B-FD75A12FDF33}"/>
              </a:ext>
            </a:extLst>
          </p:cNvPr>
          <p:cNvSpPr txBox="1"/>
          <p:nvPr/>
        </p:nvSpPr>
        <p:spPr>
          <a:xfrm>
            <a:off x="1117214" y="299217"/>
            <a:ext cx="7848872" cy="1113766"/>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en-US" altLang="zh-CN" sz="2400" b="1">
                <a:solidFill>
                  <a:srgbClr val="2D84F3"/>
                </a:solidFill>
                <a:latin typeface="宋体" panose="02010600030101010101" pitchFamily="2" charset="-122"/>
              </a:rPr>
              <a:t>base[i]</a:t>
            </a:r>
            <a:r>
              <a:rPr lang="zh-CN" altLang="en-US" sz="2400">
                <a:latin typeface="宋体" panose="02010600030101010101" pitchFamily="2" charset="-122"/>
              </a:rPr>
              <a:t>：第</a:t>
            </a:r>
            <a:r>
              <a:rPr lang="en-US" altLang="zh-CN" sz="2400">
                <a:latin typeface="宋体" panose="02010600030101010101" pitchFamily="2" charset="-122"/>
              </a:rPr>
              <a:t>i</a:t>
            </a:r>
            <a:r>
              <a:rPr lang="zh-CN" altLang="en-US" sz="2400">
                <a:latin typeface="宋体" panose="02010600030101010101" pitchFamily="2" charset="-122"/>
              </a:rPr>
              <a:t>个过程局部数据区的基地址</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ü"/>
            </a:pPr>
            <a:r>
              <a:rPr lang="en-US" altLang="zh-CN" sz="2400" b="1">
                <a:solidFill>
                  <a:srgbClr val="2D84F3"/>
                </a:solidFill>
                <a:latin typeface="宋体" panose="02010600030101010101" pitchFamily="2" charset="-122"/>
              </a:rPr>
              <a:t>allocated[i]</a:t>
            </a:r>
            <a:r>
              <a:rPr lang="zh-CN" altLang="en-US" sz="2400">
                <a:latin typeface="宋体" panose="02010600030101010101" pitchFamily="2" charset="-122"/>
              </a:rPr>
              <a:t>：第</a:t>
            </a:r>
            <a:r>
              <a:rPr lang="en-US" altLang="zh-CN" sz="2400">
                <a:latin typeface="宋体" panose="02010600030101010101" pitchFamily="2" charset="-122"/>
              </a:rPr>
              <a:t>i</a:t>
            </a:r>
            <a:r>
              <a:rPr lang="zh-CN" altLang="en-US" sz="2400">
                <a:latin typeface="宋体" panose="02010600030101010101" pitchFamily="2" charset="-122"/>
              </a:rPr>
              <a:t>个过程局部数据区是否分配的标志</a:t>
            </a:r>
          </a:p>
        </p:txBody>
      </p:sp>
      <p:grpSp>
        <p:nvGrpSpPr>
          <p:cNvPr id="5" name="组合 4">
            <a:extLst>
              <a:ext uri="{FF2B5EF4-FFF2-40B4-BE49-F238E27FC236}">
                <a16:creationId xmlns:a16="http://schemas.microsoft.com/office/drawing/2014/main" id="{8F753DB9-A7B1-D836-11BE-A33C977306AB}"/>
              </a:ext>
            </a:extLst>
          </p:cNvPr>
          <p:cNvGrpSpPr/>
          <p:nvPr/>
        </p:nvGrpSpPr>
        <p:grpSpPr>
          <a:xfrm>
            <a:off x="9597032" y="1978050"/>
            <a:ext cx="2290584" cy="1638799"/>
            <a:chOff x="3317194" y="2844104"/>
            <a:chExt cx="3715949" cy="2888908"/>
          </a:xfrm>
        </p:grpSpPr>
        <p:sp>
          <p:nvSpPr>
            <p:cNvPr id="7" name="文本框 6">
              <a:extLst>
                <a:ext uri="{FF2B5EF4-FFF2-40B4-BE49-F238E27FC236}">
                  <a16:creationId xmlns:a16="http://schemas.microsoft.com/office/drawing/2014/main" id="{5B9DF812-B4D2-D6F9-C3C6-980DE2F48C75}"/>
                </a:ext>
              </a:extLst>
            </p:cNvPr>
            <p:cNvSpPr txBox="1"/>
            <p:nvPr/>
          </p:nvSpPr>
          <p:spPr>
            <a:xfrm>
              <a:off x="4645547" y="2844104"/>
              <a:ext cx="892494" cy="596810"/>
            </a:xfrm>
            <a:prstGeom prst="rect">
              <a:avLst/>
            </a:prstGeom>
            <a:noFill/>
          </p:spPr>
          <p:txBody>
            <a:bodyPr wrap="none" rtlCol="0">
              <a:spAutoFit/>
            </a:bodyPr>
            <a:lstStyle/>
            <a:p>
              <a:r>
                <a:rPr lang="en-US" altLang="zh-CN" sz="1600">
                  <a:latin typeface="Times New Roman" panose="02020603050405020304" pitchFamily="18" charset="0"/>
                  <a:cs typeface="Times New Roman" panose="02020603050405020304" pitchFamily="18" charset="0"/>
                </a:rPr>
                <a:t>1/22</a:t>
              </a:r>
              <a:endParaRPr lang="zh-CN" altLang="en-US" sz="160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71C6C3E5-21B3-3B12-8381-C559EACE86DD}"/>
                </a:ext>
              </a:extLst>
            </p:cNvPr>
            <p:cNvSpPr txBox="1"/>
            <p:nvPr/>
          </p:nvSpPr>
          <p:spPr>
            <a:xfrm>
              <a:off x="3928831" y="3860456"/>
              <a:ext cx="892494" cy="596810"/>
            </a:xfrm>
            <a:prstGeom prst="rect">
              <a:avLst/>
            </a:prstGeom>
            <a:noFill/>
          </p:spPr>
          <p:txBody>
            <a:bodyPr wrap="none" rtlCol="0">
              <a:spAutoFit/>
            </a:bodyPr>
            <a:lstStyle/>
            <a:p>
              <a:r>
                <a:rPr lang="en-US" altLang="zh-CN" sz="1600">
                  <a:latin typeface="Times New Roman" panose="02020603050405020304" pitchFamily="18" charset="0"/>
                  <a:cs typeface="Times New Roman" panose="02020603050405020304" pitchFamily="18" charset="0"/>
                </a:rPr>
                <a:t>2/15</a:t>
              </a:r>
              <a:endParaRPr lang="zh-CN" altLang="en-US" sz="160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E900B3FA-B487-4468-BDEE-33DF68D574C4}"/>
                </a:ext>
              </a:extLst>
            </p:cNvPr>
            <p:cNvSpPr txBox="1"/>
            <p:nvPr/>
          </p:nvSpPr>
          <p:spPr>
            <a:xfrm>
              <a:off x="5348444" y="3839524"/>
              <a:ext cx="892494" cy="596810"/>
            </a:xfrm>
            <a:prstGeom prst="rect">
              <a:avLst/>
            </a:prstGeom>
            <a:noFill/>
          </p:spPr>
          <p:txBody>
            <a:bodyPr wrap="none" rtlCol="0">
              <a:spAutoFit/>
            </a:bodyPr>
            <a:lstStyle/>
            <a:p>
              <a:r>
                <a:rPr lang="en-US" altLang="zh-CN" sz="1600">
                  <a:latin typeface="Times New Roman" panose="02020603050405020304" pitchFamily="18" charset="0"/>
                  <a:cs typeface="Times New Roman" panose="02020603050405020304" pitchFamily="18" charset="0"/>
                </a:rPr>
                <a:t>3/18</a:t>
              </a:r>
              <a:endParaRPr lang="zh-CN" altLang="en-US" sz="160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7AA90344-0EEF-4F1C-B074-7AB63921CB8F}"/>
                </a:ext>
              </a:extLst>
            </p:cNvPr>
            <p:cNvSpPr txBox="1"/>
            <p:nvPr/>
          </p:nvSpPr>
          <p:spPr>
            <a:xfrm>
              <a:off x="3317194" y="5136202"/>
              <a:ext cx="892494" cy="596810"/>
            </a:xfrm>
            <a:prstGeom prst="rect">
              <a:avLst/>
            </a:prstGeom>
            <a:noFill/>
          </p:spPr>
          <p:txBody>
            <a:bodyPr wrap="none" rtlCol="0">
              <a:spAutoFit/>
            </a:bodyPr>
            <a:lstStyle/>
            <a:p>
              <a:r>
                <a:rPr lang="en-US" altLang="zh-CN" sz="1600">
                  <a:latin typeface="Times New Roman" panose="02020603050405020304" pitchFamily="18" charset="0"/>
                  <a:cs typeface="Times New Roman" panose="02020603050405020304" pitchFamily="18" charset="0"/>
                </a:rPr>
                <a:t>4/17</a:t>
              </a:r>
              <a:endParaRPr lang="zh-CN" altLang="en-US" sz="160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A92E8DD-AD6C-97D6-675E-4F4F4CD3C40A}"/>
                </a:ext>
              </a:extLst>
            </p:cNvPr>
            <p:cNvSpPr txBox="1"/>
            <p:nvPr/>
          </p:nvSpPr>
          <p:spPr>
            <a:xfrm>
              <a:off x="4728921" y="5136202"/>
              <a:ext cx="892494" cy="596810"/>
            </a:xfrm>
            <a:prstGeom prst="rect">
              <a:avLst/>
            </a:prstGeom>
            <a:noFill/>
          </p:spPr>
          <p:txBody>
            <a:bodyPr wrap="none" rtlCol="0">
              <a:spAutoFit/>
            </a:bodyPr>
            <a:lstStyle/>
            <a:p>
              <a:r>
                <a:rPr lang="en-US" altLang="zh-CN" sz="1600">
                  <a:latin typeface="Times New Roman" panose="02020603050405020304" pitchFamily="18" charset="0"/>
                  <a:cs typeface="Times New Roman" panose="02020603050405020304" pitchFamily="18" charset="0"/>
                </a:rPr>
                <a:t>6/10</a:t>
              </a:r>
              <a:endParaRPr lang="zh-CN" altLang="en-US" sz="160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6E6F870-696D-5338-9557-8AC2A952366E}"/>
                </a:ext>
              </a:extLst>
            </p:cNvPr>
            <p:cNvSpPr txBox="1"/>
            <p:nvPr/>
          </p:nvSpPr>
          <p:spPr>
            <a:xfrm>
              <a:off x="6140649" y="5136202"/>
              <a:ext cx="892494" cy="596810"/>
            </a:xfrm>
            <a:prstGeom prst="rect">
              <a:avLst/>
            </a:prstGeom>
            <a:noFill/>
          </p:spPr>
          <p:txBody>
            <a:bodyPr wrap="none" rtlCol="0">
              <a:spAutoFit/>
            </a:bodyPr>
            <a:lstStyle/>
            <a:p>
              <a:r>
                <a:rPr lang="en-US" altLang="zh-CN" sz="1600">
                  <a:latin typeface="Times New Roman" panose="02020603050405020304" pitchFamily="18" charset="0"/>
                  <a:cs typeface="Times New Roman" panose="02020603050405020304" pitchFamily="18" charset="0"/>
                </a:rPr>
                <a:t>5/23</a:t>
              </a:r>
              <a:endParaRPr lang="zh-CN" altLang="en-US" sz="1600">
                <a:latin typeface="Times New Roman" panose="02020603050405020304" pitchFamily="18" charset="0"/>
                <a:cs typeface="Times New Roman" panose="02020603050405020304" pitchFamily="18" charset="0"/>
              </a:endParaRPr>
            </a:p>
          </p:txBody>
        </p:sp>
        <p:cxnSp>
          <p:nvCxnSpPr>
            <p:cNvPr id="14" name="直接连接符 13">
              <a:extLst>
                <a:ext uri="{FF2B5EF4-FFF2-40B4-BE49-F238E27FC236}">
                  <a16:creationId xmlns:a16="http://schemas.microsoft.com/office/drawing/2014/main" id="{0203BCA1-4DB0-4215-16AF-883DC28771CF}"/>
                </a:ext>
              </a:extLst>
            </p:cNvPr>
            <p:cNvCxnSpPr>
              <a:stCxn id="7" idx="2"/>
              <a:endCxn id="8" idx="0"/>
            </p:cNvCxnSpPr>
            <p:nvPr/>
          </p:nvCxnSpPr>
          <p:spPr bwMode="auto">
            <a:xfrm flipH="1">
              <a:off x="4375079" y="3440914"/>
              <a:ext cx="716716" cy="41954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3D63AE5F-E267-457B-4413-4325FCA9BF23}"/>
                </a:ext>
              </a:extLst>
            </p:cNvPr>
            <p:cNvCxnSpPr>
              <a:stCxn id="7" idx="2"/>
              <a:endCxn id="9" idx="0"/>
            </p:cNvCxnSpPr>
            <p:nvPr/>
          </p:nvCxnSpPr>
          <p:spPr bwMode="auto">
            <a:xfrm>
              <a:off x="5091795" y="3440914"/>
              <a:ext cx="702896" cy="398611"/>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18" name="直接连接符 17">
              <a:extLst>
                <a:ext uri="{FF2B5EF4-FFF2-40B4-BE49-F238E27FC236}">
                  <a16:creationId xmlns:a16="http://schemas.microsoft.com/office/drawing/2014/main" id="{EA98CD4C-6432-A90B-8FD5-716752AB28B3}"/>
                </a:ext>
              </a:extLst>
            </p:cNvPr>
            <p:cNvCxnSpPr>
              <a:cxnSpLocks/>
              <a:stCxn id="8" idx="2"/>
              <a:endCxn id="10" idx="0"/>
            </p:cNvCxnSpPr>
            <p:nvPr/>
          </p:nvCxnSpPr>
          <p:spPr bwMode="auto">
            <a:xfrm flipH="1">
              <a:off x="3763442" y="4457266"/>
              <a:ext cx="611637" cy="6789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1" name="直接连接符 20">
              <a:extLst>
                <a:ext uri="{FF2B5EF4-FFF2-40B4-BE49-F238E27FC236}">
                  <a16:creationId xmlns:a16="http://schemas.microsoft.com/office/drawing/2014/main" id="{E1A8D112-853F-DE69-FFDE-63EAF146B717}"/>
                </a:ext>
              </a:extLst>
            </p:cNvPr>
            <p:cNvCxnSpPr>
              <a:cxnSpLocks/>
              <a:stCxn id="8" idx="2"/>
              <a:endCxn id="11" idx="0"/>
            </p:cNvCxnSpPr>
            <p:nvPr/>
          </p:nvCxnSpPr>
          <p:spPr bwMode="auto">
            <a:xfrm>
              <a:off x="4375079" y="4457266"/>
              <a:ext cx="800090" cy="67893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5" name="直接连接符 24">
              <a:extLst>
                <a:ext uri="{FF2B5EF4-FFF2-40B4-BE49-F238E27FC236}">
                  <a16:creationId xmlns:a16="http://schemas.microsoft.com/office/drawing/2014/main" id="{73A77D22-F268-83BC-75EC-CB72A40384CF}"/>
                </a:ext>
              </a:extLst>
            </p:cNvPr>
            <p:cNvCxnSpPr>
              <a:stCxn id="9" idx="2"/>
              <a:endCxn id="12" idx="0"/>
            </p:cNvCxnSpPr>
            <p:nvPr/>
          </p:nvCxnSpPr>
          <p:spPr bwMode="auto">
            <a:xfrm>
              <a:off x="5794691" y="4436334"/>
              <a:ext cx="792205" cy="6998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7" name="直接连接符 26">
              <a:extLst>
                <a:ext uri="{FF2B5EF4-FFF2-40B4-BE49-F238E27FC236}">
                  <a16:creationId xmlns:a16="http://schemas.microsoft.com/office/drawing/2014/main" id="{7FAA4B81-1375-DC2F-6FA1-29F9BE1188AC}"/>
                </a:ext>
              </a:extLst>
            </p:cNvPr>
            <p:cNvCxnSpPr>
              <a:cxnSpLocks/>
              <a:stCxn id="9" idx="2"/>
              <a:endCxn id="11" idx="0"/>
            </p:cNvCxnSpPr>
            <p:nvPr/>
          </p:nvCxnSpPr>
          <p:spPr bwMode="auto">
            <a:xfrm flipH="1">
              <a:off x="5175169" y="4436334"/>
              <a:ext cx="619523" cy="699868"/>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grpSp>
      <p:sp>
        <p:nvSpPr>
          <p:cNvPr id="15" name="文本框 14">
            <a:extLst>
              <a:ext uri="{FF2B5EF4-FFF2-40B4-BE49-F238E27FC236}">
                <a16:creationId xmlns:a16="http://schemas.microsoft.com/office/drawing/2014/main" id="{6B66AE8A-5FFA-E203-BEBC-E4947FFE9CB4}"/>
              </a:ext>
            </a:extLst>
          </p:cNvPr>
          <p:cNvSpPr txBox="1"/>
          <p:nvPr/>
        </p:nvSpPr>
        <p:spPr>
          <a:xfrm>
            <a:off x="1272424" y="1655484"/>
            <a:ext cx="9744975" cy="5678478"/>
          </a:xfrm>
          <a:prstGeom prst="rect">
            <a:avLst/>
          </a:prstGeom>
          <a:noFill/>
        </p:spPr>
        <p:txBody>
          <a:bodyPr wrap="none" rtlCol="0">
            <a:spAutoFit/>
          </a:bodyPr>
          <a:lstStyle/>
          <a:p>
            <a:pPr algn="just">
              <a:spcAft>
                <a:spcPts val="600"/>
              </a:spcAft>
            </a:pPr>
            <a:r>
              <a:rPr lang="en-US" altLang="zh-CN" sz="1800">
                <a:effectLst/>
                <a:latin typeface="Times New Roman" panose="02020603050405020304" pitchFamily="18" charset="0"/>
                <a:ea typeface="宋体" panose="02010600030101010101" pitchFamily="2" charset="-122"/>
              </a:rPr>
              <a:t>void MakeBlockAllocation(int* Units, int *base, int NoOfBlicks)</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{/*NoOfBlocks indicating how many blocks there are*/</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int i, j, k, sum;</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int *allocated;		/*used to indicated if the block is allocated*/</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allocated = (int*) malloc(sizeof(int) * NoOfBlocks;</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for(i=0; i&lt;NoOfBlocks; i++)	/*initialize arrays base and allocated*/</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base[i] = 0;</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allocated[i] = 0;</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for(j=0; j&lt;NoOfBlocks; j++)</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for(i=0; i&lt;NoOfBlocks; i++)</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sum = 0;</a:t>
            </a:r>
          </a:p>
          <a:p>
            <a:pPr algn="just">
              <a:spcAft>
                <a:spcPts val="600"/>
              </a:spcAft>
            </a:pPr>
            <a:r>
              <a:rPr lang="en-US" altLang="zh-CN" sz="1800">
                <a:effectLst/>
                <a:latin typeface="Times New Roman" panose="02020603050405020304" pitchFamily="18" charset="0"/>
                <a:ea typeface="宋体" panose="02010600030101010101" pitchFamily="2" charset="-122"/>
              </a:rPr>
              <a:t>            for(k=0; k&lt;NoOfBlocks; k++)</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sum += B[i][k];	/*to check out if block i calls some blocks which has not been allocated*/</a:t>
            </a:r>
            <a:endParaRPr lang="zh-CN" altLang="zh-CN" sz="180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99534838"/>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6B66AE8A-5FFA-E203-BEBC-E4947FFE9CB4}"/>
              </a:ext>
            </a:extLst>
          </p:cNvPr>
          <p:cNvSpPr txBox="1"/>
          <p:nvPr/>
        </p:nvSpPr>
        <p:spPr>
          <a:xfrm>
            <a:off x="1442328" y="54153"/>
            <a:ext cx="9060494" cy="7448193"/>
          </a:xfrm>
          <a:prstGeom prst="rect">
            <a:avLst/>
          </a:prstGeom>
          <a:noFill/>
        </p:spPr>
        <p:txBody>
          <a:bodyPr wrap="none" rtlCol="0">
            <a:spAutoFit/>
          </a:bodyPr>
          <a:lstStyle/>
          <a:p>
            <a:pPr algn="just">
              <a:spcAft>
                <a:spcPts val="600"/>
              </a:spcAft>
            </a:pPr>
            <a:r>
              <a:rPr lang="en-US" altLang="zh-CN" sz="1800">
                <a:effectLst/>
                <a:latin typeface="Times New Roman" panose="02020603050405020304" pitchFamily="18" charset="0"/>
                <a:ea typeface="宋体" panose="02010600030101010101" pitchFamily="2" charset="-122"/>
              </a:rPr>
              <a:t>void MakeBlockAllocation(int* Units, int *base, int NoOfBlicks)</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a:t>
            </a:r>
            <a:r>
              <a:rPr lang="en-US" altLang="zh-CN" sz="1800">
                <a:latin typeface="Times New Roman" panose="02020603050405020304" pitchFamily="18" charset="0"/>
              </a:rPr>
              <a:t> ……………………………..</a:t>
            </a:r>
            <a:r>
              <a:rPr lang="zh-CN" altLang="en-US" sz="1800">
                <a:latin typeface="Times New Roman" panose="02020603050405020304" pitchFamily="18" charset="0"/>
              </a:rPr>
              <a:t>续前</a:t>
            </a:r>
            <a:endParaRPr lang="en-US"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if(!sum &amp;&amp; !allocated[i])</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{/*sum==0 means block i calls no block which has not been allocated;</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allocated[i] ==0 means block i is not allocated*/</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allocated[i] = 1;</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printf(“%d:%d-%d\n”, i, base[i], base[i]+Units[i]-1);</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for(k=0; k&lt;NoOfBlocks; k++)</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if(B[k][i])	/*B[k][i] !=0 means block k calls block i*/</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{/*since block k calls block i, it must be allocated after block i. it means the base of</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block k must be greated than base of block i*/</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if(base[k]&lt;base[i]+Units[i])</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base[k] = base[i] + Units[i];</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B[k][i] = 0;	/*since block k has been allocated, B[k][i] should be modified*/</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    free(allocated);</a:t>
            </a:r>
            <a:endParaRPr lang="zh-CN" altLang="zh-CN" sz="1800">
              <a:effectLst/>
              <a:latin typeface="Times New Roman" panose="02020603050405020304" pitchFamily="18" charset="0"/>
              <a:ea typeface="宋体" panose="02010600030101010101" pitchFamily="2" charset="-122"/>
            </a:endParaRPr>
          </a:p>
          <a:p>
            <a:pPr algn="just">
              <a:spcAft>
                <a:spcPts val="600"/>
              </a:spcAft>
            </a:pPr>
            <a:r>
              <a:rPr lang="en-US" altLang="zh-CN" sz="1800">
                <a:effectLst/>
                <a:latin typeface="Times New Roman" panose="02020603050405020304" pitchFamily="18" charset="0"/>
                <a:ea typeface="宋体" panose="02010600030101010101" pitchFamily="2" charset="-122"/>
              </a:rPr>
              <a:t>}</a:t>
            </a:r>
            <a:endParaRPr lang="zh-CN" altLang="zh-CN" sz="180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08074451"/>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6D1348-B707-76AD-DF01-4A4B36F88AEA}"/>
              </a:ext>
            </a:extLst>
          </p:cNvPr>
          <p:cNvSpPr>
            <a:spLocks noGrp="1"/>
          </p:cNvSpPr>
          <p:nvPr>
            <p:ph type="title"/>
          </p:nvPr>
        </p:nvSpPr>
        <p:spPr/>
        <p:txBody>
          <a:bodyPr/>
          <a:lstStyle/>
          <a:p>
            <a:r>
              <a:rPr lang="en-US" altLang="zh-CN"/>
              <a:t>9.3 </a:t>
            </a:r>
            <a:r>
              <a:rPr lang="zh-CN" altLang="en-US"/>
              <a:t>栈式存储分配</a:t>
            </a:r>
          </a:p>
        </p:txBody>
      </p:sp>
      <p:sp>
        <p:nvSpPr>
          <p:cNvPr id="3" name="文本框 2">
            <a:extLst>
              <a:ext uri="{FF2B5EF4-FFF2-40B4-BE49-F238E27FC236}">
                <a16:creationId xmlns:a16="http://schemas.microsoft.com/office/drawing/2014/main" id="{ED5CD0E3-5A77-0683-CD86-378C8AD3C5ED}"/>
              </a:ext>
            </a:extLst>
          </p:cNvPr>
          <p:cNvSpPr txBox="1"/>
          <p:nvPr/>
        </p:nvSpPr>
        <p:spPr>
          <a:xfrm>
            <a:off x="1748160" y="1978050"/>
            <a:ext cx="9577064" cy="4437753"/>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有些语言使用过程、函数或方法作为用户自定义动作的单元，几乎所有针对这些语言的编译器都把它们的</a:t>
            </a:r>
            <a:r>
              <a:rPr lang="en-US" altLang="zh-CN" sz="2400">
                <a:latin typeface="宋体" panose="02010600030101010101" pitchFamily="2" charset="-122"/>
              </a:rPr>
              <a:t>(</a:t>
            </a:r>
            <a:r>
              <a:rPr lang="zh-CN" altLang="en-US" sz="2400">
                <a:latin typeface="宋体" panose="02010600030101010101" pitchFamily="2" charset="-122"/>
              </a:rPr>
              <a:t>至少一部分的</a:t>
            </a:r>
            <a:r>
              <a:rPr lang="en-US" altLang="zh-CN" sz="2400">
                <a:latin typeface="宋体" panose="02010600030101010101" pitchFamily="2" charset="-122"/>
              </a:rPr>
              <a:t>)</a:t>
            </a:r>
            <a:r>
              <a:rPr lang="zh-CN" altLang="en-US" sz="2400">
                <a:latin typeface="宋体" panose="02010600030101010101" pitchFamily="2" charset="-122"/>
              </a:rPr>
              <a:t>运行时刻存储以栈的形式进行管理，称为</a:t>
            </a:r>
            <a:r>
              <a:rPr lang="zh-CN" altLang="en-US" sz="2400">
                <a:solidFill>
                  <a:srgbClr val="FF0000"/>
                </a:solidFill>
                <a:latin typeface="宋体" panose="02010600030101010101" pitchFamily="2" charset="-122"/>
              </a:rPr>
              <a:t>栈式存储分配</a:t>
            </a:r>
            <a:endParaRPr lang="en-US" altLang="zh-CN" sz="2400">
              <a:solidFill>
                <a:srgbClr val="FF0000"/>
              </a:solidFill>
              <a:latin typeface="宋体" panose="02010600030101010101" pitchFamily="2" charset="-122"/>
            </a:endParaRPr>
          </a:p>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当一个过程被</a:t>
            </a:r>
            <a:r>
              <a:rPr lang="zh-CN" altLang="en-US" sz="2400">
                <a:solidFill>
                  <a:srgbClr val="2D84F3"/>
                </a:solidFill>
                <a:latin typeface="宋体" panose="02010600030101010101" pitchFamily="2" charset="-122"/>
              </a:rPr>
              <a:t>调用</a:t>
            </a:r>
            <a:r>
              <a:rPr lang="zh-CN" altLang="en-US" sz="2400">
                <a:latin typeface="宋体" panose="02010600030101010101" pitchFamily="2" charset="-122"/>
              </a:rPr>
              <a:t>时，该过程的活动记录被</a:t>
            </a:r>
            <a:r>
              <a:rPr lang="zh-CN" altLang="en-US" sz="2400">
                <a:solidFill>
                  <a:srgbClr val="2D84F3"/>
                </a:solidFill>
                <a:latin typeface="宋体" panose="02010600030101010101" pitchFamily="2" charset="-122"/>
              </a:rPr>
              <a:t>压入栈</a:t>
            </a:r>
            <a:r>
              <a:rPr lang="en-US" altLang="zh-CN" sz="2400">
                <a:latin typeface="宋体" panose="02010600030101010101" pitchFamily="2" charset="-122"/>
              </a:rPr>
              <a:t>;</a:t>
            </a:r>
            <a:r>
              <a:rPr lang="zh-CN" altLang="en-US" sz="2400">
                <a:latin typeface="宋体" panose="02010600030101010101" pitchFamily="2" charset="-122"/>
              </a:rPr>
              <a:t>当过程</a:t>
            </a:r>
            <a:r>
              <a:rPr lang="zh-CN" altLang="en-US" sz="2400">
                <a:solidFill>
                  <a:srgbClr val="2D84F3"/>
                </a:solidFill>
                <a:latin typeface="宋体" panose="02010600030101010101" pitchFamily="2" charset="-122"/>
              </a:rPr>
              <a:t>结束</a:t>
            </a:r>
            <a:r>
              <a:rPr lang="zh-CN" altLang="en-US" sz="2400">
                <a:latin typeface="宋体" panose="02010600030101010101" pitchFamily="2" charset="-122"/>
              </a:rPr>
              <a:t>时，该活动记录被</a:t>
            </a:r>
            <a:r>
              <a:rPr lang="zh-CN" altLang="en-US" sz="2400">
                <a:solidFill>
                  <a:srgbClr val="2D84F3"/>
                </a:solidFill>
                <a:latin typeface="宋体" panose="02010600030101010101" pitchFamily="2" charset="-122"/>
              </a:rPr>
              <a:t>弹出栈</a:t>
            </a:r>
            <a:endParaRPr lang="en-US" altLang="zh-CN" sz="2400">
              <a:solidFill>
                <a:srgbClr val="2D84F3"/>
              </a:solidFill>
              <a:latin typeface="宋体" panose="02010600030101010101" pitchFamily="2" charset="-122"/>
            </a:endParaRPr>
          </a:p>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这种安排不仅允许活跃时段不交叠的多个过程调用之间</a:t>
            </a:r>
            <a:r>
              <a:rPr lang="zh-CN" altLang="en-US" sz="2400">
                <a:solidFill>
                  <a:srgbClr val="2D84F3"/>
                </a:solidFill>
                <a:latin typeface="宋体" panose="02010600030101010101" pitchFamily="2" charset="-122"/>
              </a:rPr>
              <a:t>共享空间</a:t>
            </a:r>
            <a:r>
              <a:rPr lang="zh-CN" altLang="en-US" sz="2400">
                <a:latin typeface="宋体" panose="02010600030101010101" pitchFamily="2" charset="-122"/>
              </a:rPr>
              <a:t>，而且允许以一个过程编译代码：它的非局部变量的</a:t>
            </a:r>
            <a:r>
              <a:rPr lang="zh-CN" altLang="en-US" sz="2400">
                <a:solidFill>
                  <a:srgbClr val="2D84F3"/>
                </a:solidFill>
                <a:latin typeface="宋体" panose="02010600030101010101" pitchFamily="2" charset="-122"/>
              </a:rPr>
              <a:t>相对地址总是固定的</a:t>
            </a:r>
            <a:r>
              <a:rPr lang="zh-CN" altLang="en-US" sz="2400">
                <a:latin typeface="宋体" panose="02010600030101010101" pitchFamily="2" charset="-122"/>
              </a:rPr>
              <a:t>，和过程调用序列无关</a:t>
            </a:r>
          </a:p>
        </p:txBody>
      </p:sp>
    </p:spTree>
    <p:extLst>
      <p:ext uri="{BB962C8B-B14F-4D97-AF65-F5344CB8AC3E}">
        <p14:creationId xmlns:p14="http://schemas.microsoft.com/office/powerpoint/2010/main" val="2249362201"/>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DA380E7-C49A-9528-C685-63BBEC962305}"/>
              </a:ext>
            </a:extLst>
          </p:cNvPr>
          <p:cNvSpPr txBox="1"/>
          <p:nvPr/>
        </p:nvSpPr>
        <p:spPr>
          <a:xfrm>
            <a:off x="2180208" y="1257970"/>
            <a:ext cx="8568952" cy="4437753"/>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这种分配策略是将整个程序的数据空间设计为一个栈。</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在运行时把存储器作为一个栈进行管理</a:t>
            </a:r>
            <a:r>
              <a:rPr lang="en-US" altLang="zh-CN" sz="2400">
                <a:latin typeface="宋体" panose="02010600030101010101" pitchFamily="2" charset="-122"/>
              </a:rPr>
              <a:t>,</a:t>
            </a:r>
            <a:r>
              <a:rPr lang="zh-CN" altLang="en-US" sz="2400">
                <a:latin typeface="宋体" panose="02010600030101010101" pitchFamily="2" charset="-122"/>
              </a:rPr>
              <a:t>运行时，每当调用一个过程</a:t>
            </a:r>
            <a:r>
              <a:rPr lang="en-US" altLang="zh-CN" sz="2400">
                <a:latin typeface="宋体" panose="02010600030101010101" pitchFamily="2" charset="-122"/>
              </a:rPr>
              <a:t>,</a:t>
            </a:r>
            <a:r>
              <a:rPr lang="zh-CN" altLang="en-US" sz="2400">
                <a:latin typeface="宋体" panose="02010600030101010101" pitchFamily="2" charset="-122"/>
              </a:rPr>
              <a:t>它所需要的存储空间动态地分配于栈顶，退出时释放所占空间。</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过程需要的数据空间需要</a:t>
            </a:r>
            <a:r>
              <a:rPr lang="en-US" altLang="zh-CN" sz="2400">
                <a:latin typeface="宋体" panose="02010600030101010101" pitchFamily="2" charset="-122"/>
              </a:rPr>
              <a:t>2</a:t>
            </a:r>
            <a:r>
              <a:rPr lang="zh-CN" altLang="en-US" sz="2400">
                <a:latin typeface="宋体" panose="02010600030101010101" pitchFamily="2" charset="-122"/>
              </a:rPr>
              <a:t>部分：</a:t>
            </a:r>
            <a:endParaRPr lang="en-US" altLang="zh-CN" sz="2400">
              <a:latin typeface="宋体" panose="02010600030101010101" pitchFamily="2" charset="-122"/>
            </a:endParaRPr>
          </a:p>
          <a:p>
            <a:pPr algn="ctr">
              <a:lnSpc>
                <a:spcPct val="150000"/>
              </a:lnSpc>
            </a:pPr>
            <a:r>
              <a:rPr lang="zh-CN" altLang="en-US" sz="2400">
                <a:solidFill>
                  <a:srgbClr val="2D84F3"/>
                </a:solidFill>
                <a:latin typeface="宋体" panose="02010600030101010101" pitchFamily="2" charset="-122"/>
              </a:rPr>
              <a:t>存放本过程的数据对象</a:t>
            </a:r>
            <a:endParaRPr lang="en-US" altLang="zh-CN" sz="2400">
              <a:solidFill>
                <a:srgbClr val="2D84F3"/>
              </a:solidFill>
              <a:latin typeface="宋体" panose="02010600030101010101" pitchFamily="2" charset="-122"/>
            </a:endParaRPr>
          </a:p>
          <a:p>
            <a:pPr algn="ctr">
              <a:lnSpc>
                <a:spcPct val="150000"/>
              </a:lnSpc>
            </a:pPr>
            <a:r>
              <a:rPr lang="zh-CN" altLang="en-US" sz="2400">
                <a:solidFill>
                  <a:srgbClr val="2D84F3"/>
                </a:solidFill>
                <a:latin typeface="宋体" panose="02010600030101010101" pitchFamily="2" charset="-122"/>
              </a:rPr>
              <a:t>存放管理过程活动的记录信息</a:t>
            </a:r>
            <a:endParaRPr lang="en-US" altLang="zh-CN" sz="2400">
              <a:solidFill>
                <a:srgbClr val="2D84F3"/>
              </a:solidFill>
              <a:latin typeface="宋体" panose="02010600030101010101" pitchFamily="2" charset="-122"/>
            </a:endParaRPr>
          </a:p>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当控制从调用返回时，便根据栈中记录恢复机器状态</a:t>
            </a:r>
          </a:p>
        </p:txBody>
      </p:sp>
    </p:spTree>
    <p:extLst>
      <p:ext uri="{BB962C8B-B14F-4D97-AF65-F5344CB8AC3E}">
        <p14:creationId xmlns:p14="http://schemas.microsoft.com/office/powerpoint/2010/main" val="2450333509"/>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6D1348-B707-76AD-DF01-4A4B36F88AEA}"/>
              </a:ext>
            </a:extLst>
          </p:cNvPr>
          <p:cNvSpPr>
            <a:spLocks noGrp="1"/>
          </p:cNvSpPr>
          <p:nvPr>
            <p:ph type="title"/>
          </p:nvPr>
        </p:nvSpPr>
        <p:spPr/>
        <p:txBody>
          <a:bodyPr/>
          <a:lstStyle/>
          <a:p>
            <a:r>
              <a:rPr lang="en-US" altLang="zh-CN"/>
              <a:t>9.4 </a:t>
            </a:r>
            <a:r>
              <a:rPr lang="zh-CN" altLang="en-US"/>
              <a:t>堆式存储分配</a:t>
            </a:r>
          </a:p>
        </p:txBody>
      </p:sp>
      <p:sp>
        <p:nvSpPr>
          <p:cNvPr id="3" name="文本框 2">
            <a:extLst>
              <a:ext uri="{FF2B5EF4-FFF2-40B4-BE49-F238E27FC236}">
                <a16:creationId xmlns:a16="http://schemas.microsoft.com/office/drawing/2014/main" id="{ED5CD0E3-5A77-0683-CD86-378C8AD3C5ED}"/>
              </a:ext>
            </a:extLst>
          </p:cNvPr>
          <p:cNvSpPr txBox="1"/>
          <p:nvPr/>
        </p:nvSpPr>
        <p:spPr>
          <a:xfrm>
            <a:off x="1614558" y="1690018"/>
            <a:ext cx="9577064" cy="2221762"/>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堆式存储分配是把连续存储区域分成</a:t>
            </a:r>
            <a:r>
              <a:rPr lang="zh-CN" altLang="en-US" sz="2400">
                <a:solidFill>
                  <a:srgbClr val="2D84F3"/>
                </a:solidFill>
                <a:latin typeface="宋体" panose="02010600030101010101" pitchFamily="2" charset="-122"/>
              </a:rPr>
              <a:t>块</a:t>
            </a:r>
            <a:r>
              <a:rPr lang="zh-CN" altLang="en-US" sz="2400">
                <a:latin typeface="宋体" panose="02010600030101010101" pitchFamily="2" charset="-122"/>
              </a:rPr>
              <a:t>，当活动记录或其它对象需要时就分配</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ü"/>
            </a:pPr>
            <a:r>
              <a:rPr lang="zh-CN" altLang="en-US" sz="2400">
                <a:latin typeface="宋体" panose="02010600030101010101" pitchFamily="2" charset="-122"/>
              </a:rPr>
              <a:t>块的释放可以按任意次序进行，所以经过一段时间后，对可能包含交错的</a:t>
            </a:r>
            <a:r>
              <a:rPr lang="zh-CN" altLang="en-US" sz="2400">
                <a:solidFill>
                  <a:srgbClr val="2D84F3"/>
                </a:solidFill>
                <a:latin typeface="宋体" panose="02010600030101010101" pitchFamily="2" charset="-122"/>
              </a:rPr>
              <a:t>正在使用</a:t>
            </a:r>
            <a:r>
              <a:rPr lang="zh-CN" altLang="en-US" sz="2400">
                <a:latin typeface="宋体" panose="02010600030101010101" pitchFamily="2" charset="-122"/>
              </a:rPr>
              <a:t>和</a:t>
            </a:r>
            <a:r>
              <a:rPr lang="zh-CN" altLang="en-US" sz="2400">
                <a:solidFill>
                  <a:srgbClr val="2D84F3"/>
                </a:solidFill>
                <a:latin typeface="宋体" panose="02010600030101010101" pitchFamily="2" charset="-122"/>
              </a:rPr>
              <a:t>已经释放</a:t>
            </a:r>
            <a:r>
              <a:rPr lang="zh-CN" altLang="en-US" sz="2400">
                <a:latin typeface="宋体" panose="02010600030101010101" pitchFamily="2" charset="-122"/>
              </a:rPr>
              <a:t>的区域</a:t>
            </a:r>
          </a:p>
        </p:txBody>
      </p:sp>
      <p:sp>
        <p:nvSpPr>
          <p:cNvPr id="4" name="文本框 3">
            <a:extLst>
              <a:ext uri="{FF2B5EF4-FFF2-40B4-BE49-F238E27FC236}">
                <a16:creationId xmlns:a16="http://schemas.microsoft.com/office/drawing/2014/main" id="{4ABEA9B2-7F59-4FB6-7564-AB24A879ADE5}"/>
              </a:ext>
            </a:extLst>
          </p:cNvPr>
          <p:cNvSpPr txBox="1"/>
          <p:nvPr/>
        </p:nvSpPr>
        <p:spPr>
          <a:xfrm>
            <a:off x="1460128" y="3911780"/>
            <a:ext cx="9577064" cy="3539430"/>
          </a:xfrm>
          <a:prstGeom prst="rect">
            <a:avLst/>
          </a:prstGeom>
          <a:noFill/>
        </p:spPr>
        <p:txBody>
          <a:bodyPr wrap="square" rtlCol="0">
            <a:spAutoFit/>
          </a:bodyPr>
          <a:lstStyle/>
          <a:p>
            <a:pPr algn="l"/>
            <a:r>
              <a:rPr lang="zh-CN" altLang="en-US" b="1">
                <a:solidFill>
                  <a:srgbClr val="3333CC"/>
                </a:solidFill>
                <a:latin typeface="楷体" panose="02010609060101010101" pitchFamily="49" charset="-122"/>
                <a:ea typeface="楷体" panose="02010609060101010101" pitchFamily="49" charset="-122"/>
              </a:rPr>
              <a:t>需求</a:t>
            </a:r>
            <a:r>
              <a:rPr lang="en-US" altLang="zh-CN" b="1">
                <a:solidFill>
                  <a:srgbClr val="3333CC"/>
                </a:solidFill>
                <a:latin typeface="楷体" panose="02010609060101010101" pitchFamily="49" charset="-122"/>
                <a:ea typeface="楷体" panose="02010609060101010101" pitchFamily="49" charset="-122"/>
              </a:rPr>
              <a:t>:</a:t>
            </a:r>
          </a:p>
          <a:p>
            <a:pPr algn="l"/>
            <a:r>
              <a:rPr lang="zh-CN" altLang="en-US">
                <a:latin typeface="楷体" panose="02010609060101010101" pitchFamily="49" charset="-122"/>
                <a:ea typeface="楷体" panose="02010609060101010101" pitchFamily="49" charset="-122"/>
              </a:rPr>
              <a:t>一个程序语言允许用户自由地申请数据空间和退还数据空间，或者不仅有过程而且有进程</a:t>
            </a:r>
            <a:r>
              <a:rPr lang="en-US" altLang="zh-CN">
                <a:latin typeface="楷体" panose="02010609060101010101" pitchFamily="49" charset="-122"/>
                <a:ea typeface="楷体" panose="02010609060101010101" pitchFamily="49" charset="-122"/>
              </a:rPr>
              <a:t>( process</a:t>
            </a:r>
            <a:r>
              <a:rPr lang="zh-CN" altLang="en-US">
                <a:latin typeface="楷体" panose="02010609060101010101" pitchFamily="49" charset="-122"/>
                <a:ea typeface="楷体" panose="02010609060101010101" pitchFamily="49" charset="-122"/>
              </a:rPr>
              <a:t>）的程序结构。</a:t>
            </a:r>
            <a:endParaRPr lang="en-US" altLang="zh-CN">
              <a:latin typeface="楷体" panose="02010609060101010101" pitchFamily="49" charset="-122"/>
              <a:ea typeface="楷体" panose="02010609060101010101" pitchFamily="49" charset="-122"/>
            </a:endParaRPr>
          </a:p>
          <a:p>
            <a:pPr algn="l"/>
            <a:r>
              <a:rPr lang="zh-CN" altLang="en-US" b="1">
                <a:solidFill>
                  <a:srgbClr val="3333CC"/>
                </a:solidFill>
                <a:latin typeface="楷体" panose="02010609060101010101" pitchFamily="49" charset="-122"/>
                <a:ea typeface="楷体" panose="02010609060101010101" pitchFamily="49" charset="-122"/>
              </a:rPr>
              <a:t>操作</a:t>
            </a:r>
            <a:r>
              <a:rPr lang="en-US" altLang="zh-CN" b="1">
                <a:solidFill>
                  <a:srgbClr val="3333CC"/>
                </a:solidFill>
                <a:latin typeface="楷体" panose="02010609060101010101" pitchFamily="49" charset="-122"/>
                <a:ea typeface="楷体" panose="02010609060101010101" pitchFamily="49" charset="-122"/>
              </a:rPr>
              <a:t>:</a:t>
            </a:r>
          </a:p>
          <a:p>
            <a:pPr algn="l"/>
            <a:r>
              <a:rPr lang="zh-CN" altLang="en-US">
                <a:latin typeface="楷体" panose="02010609060101010101" pitchFamily="49" charset="-122"/>
                <a:ea typeface="楷体" panose="02010609060101010101" pitchFamily="49" charset="-122"/>
              </a:rPr>
              <a:t>堆提供两个操作，分配操作和释放操作</a:t>
            </a:r>
            <a:endParaRPr lang="en-US" altLang="zh-CN">
              <a:latin typeface="楷体" panose="02010609060101010101" pitchFamily="49" charset="-122"/>
              <a:ea typeface="楷体" panose="02010609060101010101" pitchFamily="49" charset="-122"/>
            </a:endParaRPr>
          </a:p>
          <a:p>
            <a:pPr algn="l"/>
            <a:r>
              <a:rPr lang="zh-CN" altLang="en-US" b="1">
                <a:solidFill>
                  <a:srgbClr val="3333CC"/>
                </a:solidFill>
                <a:latin typeface="楷体" panose="02010609060101010101" pitchFamily="49" charset="-122"/>
                <a:ea typeface="楷体" panose="02010609060101010101" pitchFamily="49" charset="-122"/>
              </a:rPr>
              <a:t>情况</a:t>
            </a:r>
            <a:r>
              <a:rPr lang="en-US" altLang="zh-CN" b="1">
                <a:solidFill>
                  <a:srgbClr val="3333CC"/>
                </a:solidFill>
                <a:latin typeface="楷体" panose="02010609060101010101" pitchFamily="49" charset="-122"/>
                <a:ea typeface="楷体" panose="02010609060101010101" pitchFamily="49" charset="-122"/>
              </a:rPr>
              <a:t>:</a:t>
            </a:r>
          </a:p>
          <a:p>
            <a:pPr algn="l"/>
            <a:r>
              <a:rPr lang="zh-CN" altLang="en-US">
                <a:latin typeface="楷体" panose="02010609060101010101" pitchFamily="49" charset="-122"/>
                <a:ea typeface="楷体" panose="02010609060101010101" pitchFamily="49" charset="-122"/>
              </a:rPr>
              <a:t>经一段运行时间之后，这个大空间就必定被划分成许多块块，有些占用，有些无用（空闲），由此产生碎片问题</a:t>
            </a:r>
          </a:p>
        </p:txBody>
      </p:sp>
    </p:spTree>
    <p:extLst>
      <p:ext uri="{BB962C8B-B14F-4D97-AF65-F5344CB8AC3E}">
        <p14:creationId xmlns:p14="http://schemas.microsoft.com/office/powerpoint/2010/main" val="2675731697"/>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49D3853-90F8-26F8-EFD6-9100C161FE12}"/>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9BE972F9-FDA0-3D51-A6FB-6324AC5FD83D}"/>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栈式存储分配的示意图</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E274C5DC-DC5B-78EC-112A-1CEB70D3D580}"/>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6" name="表格 6">
            <a:extLst>
              <a:ext uri="{FF2B5EF4-FFF2-40B4-BE49-F238E27FC236}">
                <a16:creationId xmlns:a16="http://schemas.microsoft.com/office/drawing/2014/main" id="{FD0EE503-B25B-1AC3-2EC6-534FCC41C18D}"/>
              </a:ext>
            </a:extLst>
          </p:cNvPr>
          <p:cNvGraphicFramePr>
            <a:graphicFrameLocks noGrp="1"/>
          </p:cNvGraphicFramePr>
          <p:nvPr>
            <p:extLst>
              <p:ext uri="{D42A27DB-BD31-4B8C-83A1-F6EECF244321}">
                <p14:modId xmlns:p14="http://schemas.microsoft.com/office/powerpoint/2010/main" val="638468500"/>
              </p:ext>
            </p:extLst>
          </p:nvPr>
        </p:nvGraphicFramePr>
        <p:xfrm>
          <a:off x="2972296" y="2554114"/>
          <a:ext cx="9000000" cy="720000"/>
        </p:xfrm>
        <a:graphic>
          <a:graphicData uri="http://schemas.openxmlformats.org/drawingml/2006/table">
            <a:tbl>
              <a:tblPr firstRow="1" bandRow="1">
                <a:tableStyleId>{5940675A-B579-460E-94D1-54222C63F5DA}</a:tableStyleId>
              </a:tblPr>
              <a:tblGrid>
                <a:gridCol w="900000">
                  <a:extLst>
                    <a:ext uri="{9D8B030D-6E8A-4147-A177-3AD203B41FA5}">
                      <a16:colId xmlns:a16="http://schemas.microsoft.com/office/drawing/2014/main" val="489573214"/>
                    </a:ext>
                  </a:extLst>
                </a:gridCol>
                <a:gridCol w="1476264">
                  <a:extLst>
                    <a:ext uri="{9D8B030D-6E8A-4147-A177-3AD203B41FA5}">
                      <a16:colId xmlns:a16="http://schemas.microsoft.com/office/drawing/2014/main" val="3546558443"/>
                    </a:ext>
                  </a:extLst>
                </a:gridCol>
                <a:gridCol w="323736">
                  <a:extLst>
                    <a:ext uri="{9D8B030D-6E8A-4147-A177-3AD203B41FA5}">
                      <a16:colId xmlns:a16="http://schemas.microsoft.com/office/drawing/2014/main" val="2120165733"/>
                    </a:ext>
                  </a:extLst>
                </a:gridCol>
                <a:gridCol w="900000">
                  <a:extLst>
                    <a:ext uri="{9D8B030D-6E8A-4147-A177-3AD203B41FA5}">
                      <a16:colId xmlns:a16="http://schemas.microsoft.com/office/drawing/2014/main" val="3588800082"/>
                    </a:ext>
                  </a:extLst>
                </a:gridCol>
                <a:gridCol w="900000">
                  <a:extLst>
                    <a:ext uri="{9D8B030D-6E8A-4147-A177-3AD203B41FA5}">
                      <a16:colId xmlns:a16="http://schemas.microsoft.com/office/drawing/2014/main" val="3904182968"/>
                    </a:ext>
                  </a:extLst>
                </a:gridCol>
                <a:gridCol w="1476664">
                  <a:extLst>
                    <a:ext uri="{9D8B030D-6E8A-4147-A177-3AD203B41FA5}">
                      <a16:colId xmlns:a16="http://schemas.microsoft.com/office/drawing/2014/main" val="2364428150"/>
                    </a:ext>
                  </a:extLst>
                </a:gridCol>
                <a:gridCol w="323336">
                  <a:extLst>
                    <a:ext uri="{9D8B030D-6E8A-4147-A177-3AD203B41FA5}">
                      <a16:colId xmlns:a16="http://schemas.microsoft.com/office/drawing/2014/main" val="246046510"/>
                    </a:ext>
                  </a:extLst>
                </a:gridCol>
                <a:gridCol w="900000">
                  <a:extLst>
                    <a:ext uri="{9D8B030D-6E8A-4147-A177-3AD203B41FA5}">
                      <a16:colId xmlns:a16="http://schemas.microsoft.com/office/drawing/2014/main" val="1258804832"/>
                    </a:ext>
                  </a:extLst>
                </a:gridCol>
                <a:gridCol w="1512968">
                  <a:extLst>
                    <a:ext uri="{9D8B030D-6E8A-4147-A177-3AD203B41FA5}">
                      <a16:colId xmlns:a16="http://schemas.microsoft.com/office/drawing/2014/main" val="54992634"/>
                    </a:ext>
                  </a:extLst>
                </a:gridCol>
                <a:gridCol w="287032">
                  <a:extLst>
                    <a:ext uri="{9D8B030D-6E8A-4147-A177-3AD203B41FA5}">
                      <a16:colId xmlns:a16="http://schemas.microsoft.com/office/drawing/2014/main" val="1326363251"/>
                    </a:ext>
                  </a:extLst>
                </a:gridCol>
              </a:tblGrid>
              <a:tr h="720000">
                <a:tc>
                  <a:txBody>
                    <a:bodyPr/>
                    <a:lstStyle/>
                    <a:p>
                      <a:pPr algn="ctr"/>
                      <a:endParaRPr lang="zh-CN" altLang="en-US"/>
                    </a:p>
                  </a:txBody>
                  <a:tcPr anchor="ctr">
                    <a:pattFill prst="wdUpDiag">
                      <a:fgClr>
                        <a:schemeClr val="tx1"/>
                      </a:fgClr>
                      <a:bgClr>
                        <a:schemeClr val="bg1"/>
                      </a:bgClr>
                    </a:pattFill>
                  </a:tcPr>
                </a:tc>
                <a:tc>
                  <a:txBody>
                    <a:bodyPr/>
                    <a:lstStyle/>
                    <a:p>
                      <a:pPr algn="ctr"/>
                      <a:endParaRPr lang="zh-CN" altLang="en-US"/>
                    </a:p>
                  </a:txBody>
                  <a:tcPr anchor="ctr"/>
                </a:tc>
                <a:tc>
                  <a:txBody>
                    <a:bodyPr/>
                    <a:lstStyle/>
                    <a:p>
                      <a:pPr algn="ctr"/>
                      <a:endParaRPr lang="zh-CN" altLang="en-US"/>
                    </a:p>
                  </a:txBody>
                  <a:tcPr anchor="ctr"/>
                </a:tc>
                <a:tc>
                  <a:txBody>
                    <a:bodyPr/>
                    <a:lstStyle/>
                    <a:p>
                      <a:pPr algn="ctr"/>
                      <a:endParaRPr lang="zh-CN" altLang="en-US"/>
                    </a:p>
                  </a:txBody>
                  <a:tcPr anchor="ctr">
                    <a:pattFill prst="wdUpDiag">
                      <a:fgClr>
                        <a:schemeClr val="tx1"/>
                      </a:fgClr>
                      <a:bgClr>
                        <a:schemeClr val="bg1"/>
                      </a:bgClr>
                    </a:pattFill>
                  </a:tcPr>
                </a:tc>
                <a:tc>
                  <a:txBody>
                    <a:bodyPr/>
                    <a:lstStyle/>
                    <a:p>
                      <a:pPr algn="ctr"/>
                      <a:endParaRPr lang="zh-CN" altLang="en-US"/>
                    </a:p>
                  </a:txBody>
                  <a:tcPr anchor="ctr">
                    <a:pattFill prst="wdUpDiag">
                      <a:fgClr>
                        <a:schemeClr val="tx1"/>
                      </a:fgClr>
                      <a:bgClr>
                        <a:schemeClr val="bg1"/>
                      </a:bgClr>
                    </a:pattFill>
                  </a:tcPr>
                </a:tc>
                <a:tc>
                  <a:txBody>
                    <a:bodyPr/>
                    <a:lstStyle/>
                    <a:p>
                      <a:pPr algn="ctr"/>
                      <a:endParaRPr lang="zh-CN" altLang="en-US"/>
                    </a:p>
                  </a:txBody>
                  <a:tcPr anchor="ctr"/>
                </a:tc>
                <a:tc>
                  <a:txBody>
                    <a:bodyPr/>
                    <a:lstStyle/>
                    <a:p>
                      <a:pPr algn="ctr"/>
                      <a:endParaRPr lang="zh-CN" altLang="en-US"/>
                    </a:p>
                  </a:txBody>
                  <a:tcPr anchor="ctr"/>
                </a:tc>
                <a:tc>
                  <a:txBody>
                    <a:bodyPr/>
                    <a:lstStyle/>
                    <a:p>
                      <a:pPr algn="ctr"/>
                      <a:endParaRPr lang="zh-CN" altLang="en-US"/>
                    </a:p>
                  </a:txBody>
                  <a:tcPr anchor="ctr">
                    <a:pattFill prst="wdUpDiag">
                      <a:fgClr>
                        <a:schemeClr val="tx1"/>
                      </a:fgClr>
                      <a:bgClr>
                        <a:schemeClr val="bg1"/>
                      </a:bgClr>
                    </a:pattFill>
                  </a:tcPr>
                </a:tc>
                <a:tc>
                  <a:txBody>
                    <a:bodyPr/>
                    <a:lstStyle/>
                    <a:p>
                      <a:pPr algn="ctr"/>
                      <a:endParaRPr lang="zh-CN" altLang="en-US"/>
                    </a:p>
                  </a:txBody>
                  <a:tcPr anchor="ctr"/>
                </a:tc>
                <a:tc>
                  <a:txBody>
                    <a:bodyPr/>
                    <a:lstStyle/>
                    <a:p>
                      <a:pPr algn="ctr"/>
                      <a:r>
                        <a:rPr lang="en-US" altLang="zh-CN"/>
                        <a:t>^</a:t>
                      </a:r>
                      <a:endParaRPr lang="zh-CN" altLang="en-US"/>
                    </a:p>
                  </a:txBody>
                  <a:tcPr anchor="ctr"/>
                </a:tc>
                <a:extLst>
                  <a:ext uri="{0D108BD9-81ED-4DB2-BD59-A6C34878D82A}">
                    <a16:rowId xmlns:a16="http://schemas.microsoft.com/office/drawing/2014/main" val="3703893054"/>
                  </a:ext>
                </a:extLst>
              </a:tr>
            </a:tbl>
          </a:graphicData>
        </a:graphic>
      </p:graphicFrame>
      <p:graphicFrame>
        <p:nvGraphicFramePr>
          <p:cNvPr id="9" name="表格 9">
            <a:extLst>
              <a:ext uri="{FF2B5EF4-FFF2-40B4-BE49-F238E27FC236}">
                <a16:creationId xmlns:a16="http://schemas.microsoft.com/office/drawing/2014/main" id="{5CBCCBCC-2C73-9AC0-7872-F06D9D622461}"/>
              </a:ext>
            </a:extLst>
          </p:cNvPr>
          <p:cNvGraphicFramePr>
            <a:graphicFrameLocks noGrp="1"/>
          </p:cNvGraphicFramePr>
          <p:nvPr>
            <p:extLst>
              <p:ext uri="{D42A27DB-BD31-4B8C-83A1-F6EECF244321}">
                <p14:modId xmlns:p14="http://schemas.microsoft.com/office/powerpoint/2010/main" val="3690261113"/>
              </p:ext>
            </p:extLst>
          </p:nvPr>
        </p:nvGraphicFramePr>
        <p:xfrm>
          <a:off x="1085726" y="3754322"/>
          <a:ext cx="1440000" cy="2592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664394043"/>
                    </a:ext>
                  </a:extLst>
                </a:gridCol>
              </a:tblGrid>
              <a:tr h="432000">
                <a:tc>
                  <a:txBody>
                    <a:bodyPr/>
                    <a:lstStyle/>
                    <a:p>
                      <a:endParaRPr lang="zh-CN" altLang="en-US"/>
                    </a:p>
                  </a:txBody>
                  <a:tcPr/>
                </a:tc>
                <a:extLst>
                  <a:ext uri="{0D108BD9-81ED-4DB2-BD59-A6C34878D82A}">
                    <a16:rowId xmlns:a16="http://schemas.microsoft.com/office/drawing/2014/main" val="3889315881"/>
                  </a:ext>
                </a:extLst>
              </a:tr>
              <a:tr h="432000">
                <a:tc>
                  <a:txBody>
                    <a:bodyPr/>
                    <a:lstStyle/>
                    <a:p>
                      <a:endParaRPr lang="zh-CN" altLang="en-US"/>
                    </a:p>
                  </a:txBody>
                  <a:tcPr/>
                </a:tc>
                <a:extLst>
                  <a:ext uri="{0D108BD9-81ED-4DB2-BD59-A6C34878D82A}">
                    <a16:rowId xmlns:a16="http://schemas.microsoft.com/office/drawing/2014/main" val="1452847105"/>
                  </a:ext>
                </a:extLst>
              </a:tr>
              <a:tr h="432000">
                <a:tc>
                  <a:txBody>
                    <a:bodyPr/>
                    <a:lstStyle/>
                    <a:p>
                      <a:endParaRPr lang="zh-CN" altLang="en-US"/>
                    </a:p>
                  </a:txBody>
                  <a:tcPr/>
                </a:tc>
                <a:extLst>
                  <a:ext uri="{0D108BD9-81ED-4DB2-BD59-A6C34878D82A}">
                    <a16:rowId xmlns:a16="http://schemas.microsoft.com/office/drawing/2014/main" val="4015822174"/>
                  </a:ext>
                </a:extLst>
              </a:tr>
              <a:tr h="432000">
                <a:tc>
                  <a:txBody>
                    <a:bodyPr/>
                    <a:lstStyle/>
                    <a:p>
                      <a:endParaRPr lang="zh-CN" altLang="en-US"/>
                    </a:p>
                  </a:txBody>
                  <a:tcPr/>
                </a:tc>
                <a:extLst>
                  <a:ext uri="{0D108BD9-81ED-4DB2-BD59-A6C34878D82A}">
                    <a16:rowId xmlns:a16="http://schemas.microsoft.com/office/drawing/2014/main" val="409705063"/>
                  </a:ext>
                </a:extLst>
              </a:tr>
              <a:tr h="864000">
                <a:tc>
                  <a:txBody>
                    <a:bodyPr/>
                    <a:lstStyle/>
                    <a:p>
                      <a:pPr algn="ctr"/>
                      <a:r>
                        <a:rPr lang="en-US" altLang="zh-CN"/>
                        <a:t>…</a:t>
                      </a:r>
                      <a:endParaRPr lang="zh-CN" altLang="en-US"/>
                    </a:p>
                  </a:txBody>
                  <a:tcPr vert="eaVert" anchor="ctr"/>
                </a:tc>
                <a:extLst>
                  <a:ext uri="{0D108BD9-81ED-4DB2-BD59-A6C34878D82A}">
                    <a16:rowId xmlns:a16="http://schemas.microsoft.com/office/drawing/2014/main" val="1567784078"/>
                  </a:ext>
                </a:extLst>
              </a:tr>
            </a:tbl>
          </a:graphicData>
        </a:graphic>
      </p:graphicFrame>
      <p:sp>
        <p:nvSpPr>
          <p:cNvPr id="10" name="文本框 9">
            <a:extLst>
              <a:ext uri="{FF2B5EF4-FFF2-40B4-BE49-F238E27FC236}">
                <a16:creationId xmlns:a16="http://schemas.microsoft.com/office/drawing/2014/main" id="{B70E2440-F3D1-DA8F-CFD8-235EDA6EC7DF}"/>
              </a:ext>
            </a:extLst>
          </p:cNvPr>
          <p:cNvSpPr txBox="1"/>
          <p:nvPr/>
        </p:nvSpPr>
        <p:spPr>
          <a:xfrm>
            <a:off x="956072" y="6442546"/>
            <a:ext cx="1620957" cy="523220"/>
          </a:xfrm>
          <a:prstGeom prst="rect">
            <a:avLst/>
          </a:prstGeom>
          <a:noFill/>
        </p:spPr>
        <p:txBody>
          <a:bodyPr wrap="none" rtlCol="0">
            <a:spAutoFit/>
          </a:bodyPr>
          <a:lstStyle/>
          <a:p>
            <a:r>
              <a:rPr lang="zh-CN" altLang="en-US"/>
              <a:t>块记录表</a:t>
            </a:r>
          </a:p>
        </p:txBody>
      </p:sp>
      <p:cxnSp>
        <p:nvCxnSpPr>
          <p:cNvPr id="12" name="连接符: 肘形 11">
            <a:extLst>
              <a:ext uri="{FF2B5EF4-FFF2-40B4-BE49-F238E27FC236}">
                <a16:creationId xmlns:a16="http://schemas.microsoft.com/office/drawing/2014/main" id="{AD651D75-6EE6-ED41-7578-B1D372024EB6}"/>
              </a:ext>
            </a:extLst>
          </p:cNvPr>
          <p:cNvCxnSpPr>
            <a:cxnSpLocks/>
          </p:cNvCxnSpPr>
          <p:nvPr/>
        </p:nvCxnSpPr>
        <p:spPr bwMode="auto">
          <a:xfrm flipV="1">
            <a:off x="1964183" y="3282741"/>
            <a:ext cx="1512169" cy="711533"/>
          </a:xfrm>
          <a:prstGeom prst="bentConnector3">
            <a:avLst>
              <a:gd name="adj1" fmla="val 99971"/>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17" name="连接符: 肘形 16">
            <a:extLst>
              <a:ext uri="{FF2B5EF4-FFF2-40B4-BE49-F238E27FC236}">
                <a16:creationId xmlns:a16="http://schemas.microsoft.com/office/drawing/2014/main" id="{91D527AC-BDB8-F885-5490-D1CBE31F50E7}"/>
              </a:ext>
            </a:extLst>
          </p:cNvPr>
          <p:cNvCxnSpPr>
            <a:cxnSpLocks/>
          </p:cNvCxnSpPr>
          <p:nvPr/>
        </p:nvCxnSpPr>
        <p:spPr bwMode="auto">
          <a:xfrm flipV="1">
            <a:off x="1964184" y="3274114"/>
            <a:ext cx="4176464" cy="1084553"/>
          </a:xfrm>
          <a:prstGeom prst="bentConnector3">
            <a:avLst>
              <a:gd name="adj1" fmla="val 99870"/>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20" name="连接符: 肘形 19">
            <a:extLst>
              <a:ext uri="{FF2B5EF4-FFF2-40B4-BE49-F238E27FC236}">
                <a16:creationId xmlns:a16="http://schemas.microsoft.com/office/drawing/2014/main" id="{936E57D5-B387-FB95-D6AD-B88125B94B3E}"/>
              </a:ext>
            </a:extLst>
          </p:cNvPr>
          <p:cNvCxnSpPr>
            <a:cxnSpLocks/>
          </p:cNvCxnSpPr>
          <p:nvPr/>
        </p:nvCxnSpPr>
        <p:spPr bwMode="auto">
          <a:xfrm flipV="1">
            <a:off x="1964184" y="3282741"/>
            <a:ext cx="5112568" cy="1575629"/>
          </a:xfrm>
          <a:prstGeom prst="bentConnector3">
            <a:avLst>
              <a:gd name="adj1" fmla="val 100054"/>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25" name="连接符: 肘形 24">
            <a:extLst>
              <a:ext uri="{FF2B5EF4-FFF2-40B4-BE49-F238E27FC236}">
                <a16:creationId xmlns:a16="http://schemas.microsoft.com/office/drawing/2014/main" id="{901000A7-CFF0-3406-5F82-51FC964E15EF}"/>
              </a:ext>
            </a:extLst>
          </p:cNvPr>
          <p:cNvCxnSpPr>
            <a:cxnSpLocks/>
          </p:cNvCxnSpPr>
          <p:nvPr/>
        </p:nvCxnSpPr>
        <p:spPr bwMode="auto">
          <a:xfrm flipV="1">
            <a:off x="1964184" y="3274114"/>
            <a:ext cx="7848872" cy="2016304"/>
          </a:xfrm>
          <a:prstGeom prst="bentConnector3">
            <a:avLst>
              <a:gd name="adj1" fmla="val 99998"/>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sp>
        <p:nvSpPr>
          <p:cNvPr id="28" name="矩形 27">
            <a:extLst>
              <a:ext uri="{FF2B5EF4-FFF2-40B4-BE49-F238E27FC236}">
                <a16:creationId xmlns:a16="http://schemas.microsoft.com/office/drawing/2014/main" id="{E1B0D523-C712-943A-2C4B-C8647BB3389D}"/>
              </a:ext>
            </a:extLst>
          </p:cNvPr>
          <p:cNvSpPr/>
          <p:nvPr/>
        </p:nvSpPr>
        <p:spPr bwMode="auto">
          <a:xfrm>
            <a:off x="3671312" y="1705013"/>
            <a:ext cx="1584176" cy="312168"/>
          </a:xfrm>
          <a:prstGeom prst="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FREE</a:t>
            </a:r>
            <a:endParaRPr kumimoji="0" lang="zh-CN"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981462B6-1CCC-9AD3-5A74-1F6B2241F6D2}"/>
              </a:ext>
            </a:extLst>
          </p:cNvPr>
          <p:cNvSpPr txBox="1"/>
          <p:nvPr/>
        </p:nvSpPr>
        <p:spPr>
          <a:xfrm>
            <a:off x="3851054" y="1205310"/>
            <a:ext cx="1210588" cy="400110"/>
          </a:xfrm>
          <a:prstGeom prst="rect">
            <a:avLst/>
          </a:prstGeom>
          <a:noFill/>
        </p:spPr>
        <p:txBody>
          <a:bodyPr wrap="none" rtlCol="0">
            <a:spAutoFit/>
          </a:bodyPr>
          <a:lstStyle/>
          <a:p>
            <a:r>
              <a:rPr lang="zh-CN" altLang="en-US" sz="2000">
                <a:latin typeface="楷体" panose="02010609060101010101" pitchFamily="49" charset="-122"/>
                <a:ea typeface="楷体" panose="02010609060101010101" pitchFamily="49" charset="-122"/>
              </a:rPr>
              <a:t>链表指针</a:t>
            </a:r>
          </a:p>
        </p:txBody>
      </p:sp>
      <p:cxnSp>
        <p:nvCxnSpPr>
          <p:cNvPr id="31" name="直接箭头连接符 30">
            <a:extLst>
              <a:ext uri="{FF2B5EF4-FFF2-40B4-BE49-F238E27FC236}">
                <a16:creationId xmlns:a16="http://schemas.microsoft.com/office/drawing/2014/main" id="{7B7BEF08-CD24-CBA4-EAF6-A9CDEB3B7722}"/>
              </a:ext>
            </a:extLst>
          </p:cNvPr>
          <p:cNvCxnSpPr>
            <a:stCxn id="28" idx="2"/>
          </p:cNvCxnSpPr>
          <p:nvPr/>
        </p:nvCxnSpPr>
        <p:spPr bwMode="auto">
          <a:xfrm>
            <a:off x="4463400" y="2017181"/>
            <a:ext cx="0" cy="536933"/>
          </a:xfrm>
          <a:prstGeom prst="straightConnector1">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grpSp>
        <p:nvGrpSpPr>
          <p:cNvPr id="50" name="组合 49">
            <a:extLst>
              <a:ext uri="{FF2B5EF4-FFF2-40B4-BE49-F238E27FC236}">
                <a16:creationId xmlns:a16="http://schemas.microsoft.com/office/drawing/2014/main" id="{E45CAE3F-29CB-736B-0487-E14207940C34}"/>
              </a:ext>
            </a:extLst>
          </p:cNvPr>
          <p:cNvGrpSpPr/>
          <p:nvPr/>
        </p:nvGrpSpPr>
        <p:grpSpPr>
          <a:xfrm>
            <a:off x="5492576" y="2017181"/>
            <a:ext cx="2520280" cy="968933"/>
            <a:chOff x="5492576" y="2017181"/>
            <a:chExt cx="2520280" cy="968933"/>
          </a:xfrm>
        </p:grpSpPr>
        <p:cxnSp>
          <p:nvCxnSpPr>
            <p:cNvPr id="43" name="直接连接符 42">
              <a:extLst>
                <a:ext uri="{FF2B5EF4-FFF2-40B4-BE49-F238E27FC236}">
                  <a16:creationId xmlns:a16="http://schemas.microsoft.com/office/drawing/2014/main" id="{4AEA1FFA-2990-5827-86D9-466D5D9185A2}"/>
                </a:ext>
              </a:extLst>
            </p:cNvPr>
            <p:cNvCxnSpPr>
              <a:cxnSpLocks/>
              <a:stCxn id="47" idx="4"/>
            </p:cNvCxnSpPr>
            <p:nvPr/>
          </p:nvCxnSpPr>
          <p:spPr bwMode="auto">
            <a:xfrm flipV="1">
              <a:off x="5492576" y="2050058"/>
              <a:ext cx="0" cy="93605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45" name="连接符: 肘形 44">
              <a:extLst>
                <a:ext uri="{FF2B5EF4-FFF2-40B4-BE49-F238E27FC236}">
                  <a16:creationId xmlns:a16="http://schemas.microsoft.com/office/drawing/2014/main" id="{7F59CE5C-6B78-5590-A28C-12657D560E9F}"/>
                </a:ext>
              </a:extLst>
            </p:cNvPr>
            <p:cNvCxnSpPr/>
            <p:nvPr/>
          </p:nvCxnSpPr>
          <p:spPr bwMode="auto">
            <a:xfrm>
              <a:off x="5492576" y="2017181"/>
              <a:ext cx="2520280" cy="536933"/>
            </a:xfrm>
            <a:prstGeom prst="bentConnector3">
              <a:avLst>
                <a:gd name="adj1" fmla="val 100103"/>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grpSp>
      <p:sp>
        <p:nvSpPr>
          <p:cNvPr id="47" name="椭圆 46">
            <a:extLst>
              <a:ext uri="{FF2B5EF4-FFF2-40B4-BE49-F238E27FC236}">
                <a16:creationId xmlns:a16="http://schemas.microsoft.com/office/drawing/2014/main" id="{B871B684-B977-BE6F-46E0-DE4056837714}"/>
              </a:ext>
            </a:extLst>
          </p:cNvPr>
          <p:cNvSpPr/>
          <p:nvPr/>
        </p:nvSpPr>
        <p:spPr bwMode="auto">
          <a:xfrm>
            <a:off x="5456576" y="2914114"/>
            <a:ext cx="72000" cy="72000"/>
          </a:xfrm>
          <a:prstGeom prst="ellipse">
            <a:avLst/>
          </a:prstGeom>
          <a:solidFill>
            <a:schemeClr val="tx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48" name="椭圆 47">
            <a:extLst>
              <a:ext uri="{FF2B5EF4-FFF2-40B4-BE49-F238E27FC236}">
                <a16:creationId xmlns:a16="http://schemas.microsoft.com/office/drawing/2014/main" id="{FEFD4D39-EB24-F51A-EE7B-B1B820D3FD7D}"/>
              </a:ext>
            </a:extLst>
          </p:cNvPr>
          <p:cNvSpPr/>
          <p:nvPr/>
        </p:nvSpPr>
        <p:spPr bwMode="auto">
          <a:xfrm>
            <a:off x="9092976" y="2878114"/>
            <a:ext cx="72000" cy="72000"/>
          </a:xfrm>
          <a:prstGeom prst="ellipse">
            <a:avLst/>
          </a:prstGeom>
          <a:solidFill>
            <a:schemeClr val="tx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grpSp>
        <p:nvGrpSpPr>
          <p:cNvPr id="51" name="组合 50">
            <a:extLst>
              <a:ext uri="{FF2B5EF4-FFF2-40B4-BE49-F238E27FC236}">
                <a16:creationId xmlns:a16="http://schemas.microsoft.com/office/drawing/2014/main" id="{6D1E0BAC-7A02-3810-3B6A-B656B45A4AD3}"/>
              </a:ext>
            </a:extLst>
          </p:cNvPr>
          <p:cNvGrpSpPr/>
          <p:nvPr/>
        </p:nvGrpSpPr>
        <p:grpSpPr>
          <a:xfrm>
            <a:off x="9128976" y="1897297"/>
            <a:ext cx="1692192" cy="968933"/>
            <a:chOff x="5492576" y="2017181"/>
            <a:chExt cx="1692192" cy="968933"/>
          </a:xfrm>
        </p:grpSpPr>
        <p:cxnSp>
          <p:nvCxnSpPr>
            <p:cNvPr id="52" name="直接连接符 51">
              <a:extLst>
                <a:ext uri="{FF2B5EF4-FFF2-40B4-BE49-F238E27FC236}">
                  <a16:creationId xmlns:a16="http://schemas.microsoft.com/office/drawing/2014/main" id="{FDD3D6E2-64D4-6AD5-91AA-CF0032015FC1}"/>
                </a:ext>
              </a:extLst>
            </p:cNvPr>
            <p:cNvCxnSpPr>
              <a:cxnSpLocks/>
            </p:cNvCxnSpPr>
            <p:nvPr/>
          </p:nvCxnSpPr>
          <p:spPr bwMode="auto">
            <a:xfrm flipV="1">
              <a:off x="5492576" y="2050058"/>
              <a:ext cx="0" cy="936056"/>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53" name="连接符: 肘形 52">
              <a:extLst>
                <a:ext uri="{FF2B5EF4-FFF2-40B4-BE49-F238E27FC236}">
                  <a16:creationId xmlns:a16="http://schemas.microsoft.com/office/drawing/2014/main" id="{C595F5FD-B9FB-54D3-7005-D8DA26680B99}"/>
                </a:ext>
              </a:extLst>
            </p:cNvPr>
            <p:cNvCxnSpPr>
              <a:cxnSpLocks/>
            </p:cNvCxnSpPr>
            <p:nvPr/>
          </p:nvCxnSpPr>
          <p:spPr bwMode="auto">
            <a:xfrm>
              <a:off x="5492576" y="2017181"/>
              <a:ext cx="1692192" cy="620789"/>
            </a:xfrm>
            <a:prstGeom prst="bentConnector3">
              <a:avLst>
                <a:gd name="adj1" fmla="val 99748"/>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grpSp>
    </p:spTree>
    <p:extLst>
      <p:ext uri="{BB962C8B-B14F-4D97-AF65-F5344CB8AC3E}">
        <p14:creationId xmlns:p14="http://schemas.microsoft.com/office/powerpoint/2010/main" val="1520794907"/>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708294-9437-80C4-1676-77655868DF5B}"/>
              </a:ext>
            </a:extLst>
          </p:cNvPr>
          <p:cNvSpPr txBox="1"/>
          <p:nvPr/>
        </p:nvSpPr>
        <p:spPr>
          <a:xfrm>
            <a:off x="1532136" y="1041946"/>
            <a:ext cx="9577064" cy="4515660"/>
          </a:xfrm>
          <a:prstGeom prst="rect">
            <a:avLst/>
          </a:prstGeom>
          <a:noFill/>
        </p:spPr>
        <p:txBody>
          <a:bodyPr wrap="square" rtlCol="0">
            <a:spAutoFit/>
          </a:bodyPr>
          <a:lstStyle/>
          <a:p>
            <a:pPr algn="l">
              <a:lnSpc>
                <a:spcPct val="150000"/>
              </a:lnSpc>
            </a:pPr>
            <a:r>
              <a:rPr lang="zh-CN" altLang="en-US" b="1">
                <a:solidFill>
                  <a:srgbClr val="3333CC"/>
                </a:solidFill>
                <a:latin typeface="楷体" panose="02010609060101010101" pitchFamily="49" charset="-122"/>
                <a:ea typeface="楷体" panose="02010609060101010101" pitchFamily="49" charset="-122"/>
              </a:rPr>
              <a:t>申请</a:t>
            </a:r>
            <a:r>
              <a:rPr lang="en-US" altLang="zh-CN" b="1">
                <a:solidFill>
                  <a:srgbClr val="3333CC"/>
                </a:solidFill>
                <a:latin typeface="楷体" panose="02010609060101010101" pitchFamily="49" charset="-122"/>
                <a:ea typeface="楷体" panose="02010609060101010101" pitchFamily="49" charset="-122"/>
              </a:rPr>
              <a:t>:</a:t>
            </a:r>
          </a:p>
          <a:p>
            <a:pPr algn="l">
              <a:lnSpc>
                <a:spcPct val="150000"/>
              </a:lnSpc>
            </a:pPr>
            <a:r>
              <a:rPr lang="zh-CN" altLang="en-US">
                <a:latin typeface="楷体" panose="02010609060101010101" pitchFamily="49" charset="-122"/>
                <a:ea typeface="楷体" panose="02010609060101010101" pitchFamily="49" charset="-122"/>
              </a:rPr>
              <a:t>设当前自由块总长为</a:t>
            </a:r>
            <a:r>
              <a:rPr lang="en-US" altLang="zh-CN">
                <a:latin typeface="楷体" panose="02010609060101010101" pitchFamily="49" charset="-122"/>
                <a:ea typeface="楷体" panose="02010609060101010101" pitchFamily="49" charset="-122"/>
              </a:rPr>
              <a:t>M</a:t>
            </a:r>
            <a:r>
              <a:rPr lang="zh-CN" altLang="en-US">
                <a:latin typeface="楷体" panose="02010609060101010101" pitchFamily="49" charset="-122"/>
                <a:ea typeface="楷体" panose="02010609060101010101" pitchFamily="49" charset="-122"/>
              </a:rPr>
              <a:t>，欲申请长度为</a:t>
            </a:r>
            <a:r>
              <a:rPr lang="en-US" altLang="zh-CN">
                <a:latin typeface="楷体" panose="02010609060101010101" pitchFamily="49" charset="-122"/>
                <a:ea typeface="楷体" panose="02010609060101010101" pitchFamily="49" charset="-122"/>
              </a:rPr>
              <a:t>n</a:t>
            </a:r>
            <a:r>
              <a:rPr lang="zh-CN" altLang="en-US">
                <a:latin typeface="楷体" panose="02010609060101010101" pitchFamily="49" charset="-122"/>
                <a:ea typeface="楷体" panose="02010609060101010101" pitchFamily="49" charset="-122"/>
              </a:rPr>
              <a:t>，如果存在若干个长度大于或等于</a:t>
            </a:r>
            <a:r>
              <a:rPr lang="en-US" altLang="zh-CN">
                <a:latin typeface="楷体" panose="02010609060101010101" pitchFamily="49" charset="-122"/>
                <a:ea typeface="楷体" panose="02010609060101010101" pitchFamily="49" charset="-122"/>
              </a:rPr>
              <a:t>n</a:t>
            </a:r>
            <a:r>
              <a:rPr lang="zh-CN" altLang="en-US">
                <a:latin typeface="楷体" panose="02010609060101010101" pitchFamily="49" charset="-122"/>
                <a:ea typeface="楷体" panose="02010609060101010101" pitchFamily="49" charset="-122"/>
              </a:rPr>
              <a:t>的存储块，可按以下策略之一进行存储分配</a:t>
            </a:r>
            <a:endParaRPr lang="en-US" altLang="zh-CN">
              <a:latin typeface="楷体" panose="02010609060101010101" pitchFamily="49" charset="-122"/>
              <a:ea typeface="楷体" panose="02010609060101010101" pitchFamily="49" charset="-122"/>
            </a:endParaRPr>
          </a:p>
          <a:p>
            <a:pPr marL="457200" indent="-457200" algn="l">
              <a:lnSpc>
                <a:spcPct val="150000"/>
              </a:lnSpc>
              <a:buFont typeface="Wingdings" panose="05000000000000000000" pitchFamily="2" charset="2"/>
              <a:buChar char="Ø"/>
            </a:pPr>
            <a:r>
              <a:rPr lang="zh-CN" altLang="en-US">
                <a:latin typeface="楷体" panose="02010609060101010101" pitchFamily="49" charset="-122"/>
                <a:ea typeface="楷体" panose="02010609060101010101" pitchFamily="49" charset="-122"/>
              </a:rPr>
              <a:t>取长度</a:t>
            </a:r>
            <a:r>
              <a:rPr lang="en-US" altLang="zh-CN">
                <a:latin typeface="楷体" panose="02010609060101010101" pitchFamily="49" charset="-122"/>
                <a:ea typeface="楷体" panose="02010609060101010101" pitchFamily="49" charset="-122"/>
              </a:rPr>
              <a:t>m</a:t>
            </a:r>
            <a:r>
              <a:rPr lang="zh-CN" altLang="en-US">
                <a:latin typeface="楷体" panose="02010609060101010101" pitchFamily="49" charset="-122"/>
                <a:ea typeface="楷体" panose="02010609060101010101" pitchFamily="49" charset="-122"/>
              </a:rPr>
              <a:t>满足需求的第</a:t>
            </a:r>
            <a:r>
              <a:rPr lang="en-US" altLang="zh-CN">
                <a:latin typeface="楷体" panose="02010609060101010101" pitchFamily="49" charset="-122"/>
                <a:ea typeface="楷体" panose="02010609060101010101" pitchFamily="49" charset="-122"/>
              </a:rPr>
              <a:t>1</a:t>
            </a:r>
            <a:r>
              <a:rPr lang="zh-CN" altLang="en-US">
                <a:latin typeface="楷体" panose="02010609060101010101" pitchFamily="49" charset="-122"/>
                <a:ea typeface="楷体" panose="02010609060101010101" pitchFamily="49" charset="-122"/>
              </a:rPr>
              <a:t>个自由块，将长度为</a:t>
            </a:r>
            <a:r>
              <a:rPr lang="en-US" altLang="zh-CN">
                <a:latin typeface="楷体" panose="02010609060101010101" pitchFamily="49" charset="-122"/>
                <a:ea typeface="楷体" panose="02010609060101010101" pitchFamily="49" charset="-122"/>
              </a:rPr>
              <a:t>m-n</a:t>
            </a:r>
            <a:r>
              <a:rPr lang="zh-CN" altLang="en-US">
                <a:latin typeface="楷体" panose="02010609060101010101" pitchFamily="49" charset="-122"/>
                <a:ea typeface="楷体" panose="02010609060101010101" pitchFamily="49" charset="-122"/>
              </a:rPr>
              <a:t>的剩余部分仍放在自由链中</a:t>
            </a:r>
            <a:endParaRPr lang="en-US" altLang="zh-CN">
              <a:latin typeface="楷体" panose="02010609060101010101" pitchFamily="49" charset="-122"/>
              <a:ea typeface="楷体" panose="02010609060101010101" pitchFamily="49" charset="-122"/>
            </a:endParaRPr>
          </a:p>
          <a:p>
            <a:pPr marL="457200" indent="-457200" algn="l">
              <a:lnSpc>
                <a:spcPct val="150000"/>
              </a:lnSpc>
              <a:buFont typeface="Wingdings" panose="05000000000000000000" pitchFamily="2" charset="2"/>
              <a:buChar char="Ø"/>
            </a:pPr>
            <a:r>
              <a:rPr lang="zh-CN" altLang="en-US">
                <a:latin typeface="楷体" panose="02010609060101010101" pitchFamily="49" charset="-122"/>
                <a:ea typeface="楷体" panose="02010609060101010101" pitchFamily="49" charset="-122"/>
              </a:rPr>
              <a:t>取长度</a:t>
            </a:r>
            <a:r>
              <a:rPr lang="en-US" altLang="zh-CN">
                <a:latin typeface="楷体" panose="02010609060101010101" pitchFamily="49" charset="-122"/>
                <a:ea typeface="楷体" panose="02010609060101010101" pitchFamily="49" charset="-122"/>
              </a:rPr>
              <a:t>m</a:t>
            </a:r>
            <a:r>
              <a:rPr lang="zh-CN" altLang="en-US">
                <a:latin typeface="楷体" panose="02010609060101010101" pitchFamily="49" charset="-122"/>
                <a:ea typeface="楷体" panose="02010609060101010101" pitchFamily="49" charset="-122"/>
              </a:rPr>
              <a:t>满足需求的最小的自由块</a:t>
            </a:r>
            <a:endParaRPr lang="en-US" altLang="zh-CN">
              <a:latin typeface="楷体" panose="02010609060101010101" pitchFamily="49" charset="-122"/>
              <a:ea typeface="楷体" panose="02010609060101010101" pitchFamily="49" charset="-122"/>
            </a:endParaRPr>
          </a:p>
          <a:p>
            <a:pPr marL="457200" indent="-457200" algn="l">
              <a:lnSpc>
                <a:spcPct val="150000"/>
              </a:lnSpc>
              <a:buFont typeface="Wingdings" panose="05000000000000000000" pitchFamily="2" charset="2"/>
              <a:buChar char="Ø"/>
            </a:pPr>
            <a:r>
              <a:rPr lang="zh-CN" altLang="en-US">
                <a:latin typeface="楷体" panose="02010609060101010101" pitchFamily="49" charset="-122"/>
                <a:ea typeface="楷体" panose="02010609060101010101" pitchFamily="49" charset="-122"/>
              </a:rPr>
              <a:t>取长度</a:t>
            </a:r>
            <a:r>
              <a:rPr lang="en-US" altLang="zh-CN">
                <a:latin typeface="楷体" panose="02010609060101010101" pitchFamily="49" charset="-122"/>
                <a:ea typeface="楷体" panose="02010609060101010101" pitchFamily="49" charset="-122"/>
              </a:rPr>
              <a:t>m</a:t>
            </a:r>
            <a:r>
              <a:rPr lang="zh-CN" altLang="en-US">
                <a:latin typeface="楷体" panose="02010609060101010101" pitchFamily="49" charset="-122"/>
                <a:ea typeface="楷体" panose="02010609060101010101" pitchFamily="49" charset="-122"/>
              </a:rPr>
              <a:t>满足需求的最大的自由块</a:t>
            </a:r>
          </a:p>
        </p:txBody>
      </p:sp>
    </p:spTree>
    <p:extLst>
      <p:ext uri="{BB962C8B-B14F-4D97-AF65-F5344CB8AC3E}">
        <p14:creationId xmlns:p14="http://schemas.microsoft.com/office/powerpoint/2010/main" val="2594223982"/>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708294-9437-80C4-1676-77655868DF5B}"/>
              </a:ext>
            </a:extLst>
          </p:cNvPr>
          <p:cNvSpPr txBox="1"/>
          <p:nvPr/>
        </p:nvSpPr>
        <p:spPr>
          <a:xfrm>
            <a:off x="1532136" y="1041946"/>
            <a:ext cx="9577064" cy="3222998"/>
          </a:xfrm>
          <a:prstGeom prst="rect">
            <a:avLst/>
          </a:prstGeom>
          <a:noFill/>
        </p:spPr>
        <p:txBody>
          <a:bodyPr wrap="square" rtlCol="0">
            <a:spAutoFit/>
          </a:bodyPr>
          <a:lstStyle/>
          <a:p>
            <a:pPr algn="l">
              <a:lnSpc>
                <a:spcPct val="150000"/>
              </a:lnSpc>
            </a:pPr>
            <a:r>
              <a:rPr lang="zh-CN" altLang="en-US" b="1">
                <a:solidFill>
                  <a:srgbClr val="3333CC"/>
                </a:solidFill>
                <a:latin typeface="楷体" panose="02010609060101010101" pitchFamily="49" charset="-122"/>
                <a:ea typeface="楷体" panose="02010609060101010101" pitchFamily="49" charset="-122"/>
              </a:rPr>
              <a:t>申请</a:t>
            </a:r>
            <a:r>
              <a:rPr lang="en-US" altLang="zh-CN" b="1">
                <a:solidFill>
                  <a:srgbClr val="3333CC"/>
                </a:solidFill>
                <a:latin typeface="楷体" panose="02010609060101010101" pitchFamily="49" charset="-122"/>
                <a:ea typeface="楷体" panose="02010609060101010101" pitchFamily="49" charset="-122"/>
              </a:rPr>
              <a:t>:</a:t>
            </a:r>
          </a:p>
          <a:p>
            <a:pPr algn="l">
              <a:lnSpc>
                <a:spcPct val="150000"/>
              </a:lnSpc>
            </a:pPr>
            <a:r>
              <a:rPr lang="zh-CN" altLang="en-US">
                <a:latin typeface="楷体" panose="02010609060101010101" pitchFamily="49" charset="-122"/>
                <a:ea typeface="楷体" panose="02010609060101010101" pitchFamily="49" charset="-122"/>
              </a:rPr>
              <a:t>如果不存在长度大于或等于</a:t>
            </a:r>
            <a:r>
              <a:rPr lang="en-US" altLang="zh-CN">
                <a:latin typeface="楷体" panose="02010609060101010101" pitchFamily="49" charset="-122"/>
                <a:ea typeface="楷体" panose="02010609060101010101" pitchFamily="49" charset="-122"/>
              </a:rPr>
              <a:t>n</a:t>
            </a:r>
            <a:r>
              <a:rPr lang="zh-CN" altLang="en-US">
                <a:latin typeface="楷体" panose="02010609060101010101" pitchFamily="49" charset="-122"/>
                <a:ea typeface="楷体" panose="02010609060101010101" pitchFamily="49" charset="-122"/>
              </a:rPr>
              <a:t>的存储块</a:t>
            </a:r>
            <a:endParaRPr lang="en-US" altLang="zh-CN">
              <a:latin typeface="楷体" panose="02010609060101010101" pitchFamily="49" charset="-122"/>
              <a:ea typeface="楷体" panose="02010609060101010101" pitchFamily="49" charset="-122"/>
            </a:endParaRPr>
          </a:p>
          <a:p>
            <a:pPr marL="457200" indent="-457200" algn="l">
              <a:lnSpc>
                <a:spcPct val="150000"/>
              </a:lnSpc>
              <a:buFont typeface="Wingdings" panose="05000000000000000000" pitchFamily="2" charset="2"/>
              <a:buChar char="Ø"/>
            </a:pPr>
            <a:r>
              <a:rPr lang="zh-CN" altLang="en-US">
                <a:latin typeface="楷体" panose="02010609060101010101" pitchFamily="49" charset="-122"/>
                <a:ea typeface="楷体" panose="02010609060101010101" pitchFamily="49" charset="-122"/>
              </a:rPr>
              <a:t>如果</a:t>
            </a:r>
            <a:r>
              <a:rPr lang="en-US" altLang="zh-CN">
                <a:latin typeface="楷体" panose="02010609060101010101" pitchFamily="49" charset="-122"/>
                <a:ea typeface="楷体" panose="02010609060101010101" pitchFamily="49" charset="-122"/>
              </a:rPr>
              <a:t>M</a:t>
            </a:r>
            <a:r>
              <a:rPr lang="en-US" altLang="zh-CN">
                <a:latin typeface="楷体" panose="02010609060101010101" pitchFamily="49" charset="-122"/>
                <a:ea typeface="楷体" panose="02010609060101010101" pitchFamily="49" charset="-122"/>
                <a:sym typeface="Symbol" panose="05050102010706020507" pitchFamily="18" charset="2"/>
              </a:rPr>
              <a:t></a:t>
            </a:r>
            <a:r>
              <a:rPr lang="en-US" altLang="zh-CN">
                <a:latin typeface="楷体" panose="02010609060101010101" pitchFamily="49" charset="-122"/>
                <a:ea typeface="楷体" panose="02010609060101010101" pitchFamily="49" charset="-122"/>
              </a:rPr>
              <a:t>n</a:t>
            </a:r>
            <a:r>
              <a:rPr lang="zh-CN" altLang="en-US">
                <a:latin typeface="楷体" panose="02010609060101010101" pitchFamily="49" charset="-122"/>
                <a:ea typeface="楷体" panose="02010609060101010101" pitchFamily="49" charset="-122"/>
              </a:rPr>
              <a:t>，将自由块在堆中进行移位和重组（对各有关部分都需作相应的修改，是一件十分复杂和困难的工作</a:t>
            </a:r>
            <a:r>
              <a:rPr lang="en-US" altLang="zh-CN">
                <a:latin typeface="楷体" panose="02010609060101010101" pitchFamily="49" charset="-122"/>
                <a:ea typeface="楷体" panose="02010609060101010101" pitchFamily="49" charset="-122"/>
              </a:rPr>
              <a:t>)</a:t>
            </a:r>
          </a:p>
          <a:p>
            <a:pPr marL="457200" indent="-457200" algn="l">
              <a:lnSpc>
                <a:spcPct val="150000"/>
              </a:lnSpc>
              <a:buFont typeface="Wingdings" panose="05000000000000000000" pitchFamily="2" charset="2"/>
              <a:buChar char="Ø"/>
            </a:pPr>
            <a:r>
              <a:rPr lang="zh-CN" altLang="en-US">
                <a:latin typeface="楷体" panose="02010609060101010101" pitchFamily="49" charset="-122"/>
                <a:ea typeface="楷体" panose="02010609060101010101" pitchFamily="49" charset="-122"/>
              </a:rPr>
              <a:t>如果</a:t>
            </a:r>
            <a:r>
              <a:rPr lang="en-US" altLang="zh-CN">
                <a:latin typeface="楷体" panose="02010609060101010101" pitchFamily="49" charset="-122"/>
                <a:ea typeface="楷体" panose="02010609060101010101" pitchFamily="49" charset="-122"/>
              </a:rPr>
              <a:t>M&lt;n</a:t>
            </a:r>
            <a:r>
              <a:rPr lang="zh-CN" altLang="en-US">
                <a:latin typeface="楷体" panose="02010609060101010101" pitchFamily="49" charset="-122"/>
                <a:ea typeface="楷体" panose="02010609060101010101" pitchFamily="49" charset="-122"/>
              </a:rPr>
              <a:t>，则应采用更复杂的策略来解决堆的管理问题</a:t>
            </a:r>
          </a:p>
        </p:txBody>
      </p:sp>
    </p:spTree>
    <p:extLst>
      <p:ext uri="{BB962C8B-B14F-4D97-AF65-F5344CB8AC3E}">
        <p14:creationId xmlns:p14="http://schemas.microsoft.com/office/powerpoint/2010/main" val="2080702845"/>
      </p:ext>
    </p:extLst>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708294-9437-80C4-1676-77655868DF5B}"/>
              </a:ext>
            </a:extLst>
          </p:cNvPr>
          <p:cNvSpPr txBox="1"/>
          <p:nvPr/>
        </p:nvSpPr>
        <p:spPr>
          <a:xfrm>
            <a:off x="1532136" y="1041946"/>
            <a:ext cx="9577064" cy="1930337"/>
          </a:xfrm>
          <a:prstGeom prst="rect">
            <a:avLst/>
          </a:prstGeom>
          <a:noFill/>
        </p:spPr>
        <p:txBody>
          <a:bodyPr wrap="square" rtlCol="0">
            <a:spAutoFit/>
          </a:bodyPr>
          <a:lstStyle/>
          <a:p>
            <a:pPr algn="l">
              <a:lnSpc>
                <a:spcPct val="150000"/>
              </a:lnSpc>
            </a:pPr>
            <a:r>
              <a:rPr lang="zh-CN" altLang="en-US" b="1">
                <a:solidFill>
                  <a:srgbClr val="3333CC"/>
                </a:solidFill>
                <a:latin typeface="楷体" panose="02010609060101010101" pitchFamily="49" charset="-122"/>
                <a:ea typeface="楷体" panose="02010609060101010101" pitchFamily="49" charset="-122"/>
              </a:rPr>
              <a:t>释放</a:t>
            </a:r>
            <a:r>
              <a:rPr lang="en-US" altLang="zh-CN" b="1">
                <a:solidFill>
                  <a:srgbClr val="3333CC"/>
                </a:solidFill>
                <a:latin typeface="楷体" panose="02010609060101010101" pitchFamily="49" charset="-122"/>
                <a:ea typeface="楷体" panose="02010609060101010101" pitchFamily="49" charset="-122"/>
              </a:rPr>
              <a:t>:</a:t>
            </a:r>
          </a:p>
          <a:p>
            <a:pPr algn="l">
              <a:lnSpc>
                <a:spcPct val="150000"/>
              </a:lnSpc>
            </a:pPr>
            <a:r>
              <a:rPr lang="zh-CN" altLang="en-US">
                <a:latin typeface="楷体" panose="02010609060101010101" pitchFamily="49" charset="-122"/>
                <a:ea typeface="楷体" panose="02010609060101010101" pitchFamily="49" charset="-122"/>
              </a:rPr>
              <a:t>只需将被释放的存储块作为新的自由块插入到自由链表中，并删除已占块记录表中相应的记录即可</a:t>
            </a:r>
          </a:p>
        </p:txBody>
      </p:sp>
      <p:sp>
        <p:nvSpPr>
          <p:cNvPr id="3" name="文本框 2">
            <a:extLst>
              <a:ext uri="{FF2B5EF4-FFF2-40B4-BE49-F238E27FC236}">
                <a16:creationId xmlns:a16="http://schemas.microsoft.com/office/drawing/2014/main" id="{B2A27534-60FE-FA51-7FEB-488C6CF27AB9}"/>
              </a:ext>
            </a:extLst>
          </p:cNvPr>
          <p:cNvSpPr txBox="1"/>
          <p:nvPr/>
        </p:nvSpPr>
        <p:spPr>
          <a:xfrm>
            <a:off x="1532136" y="3918651"/>
            <a:ext cx="9577064" cy="1331134"/>
          </a:xfrm>
          <a:prstGeom prst="rect">
            <a:avLst/>
          </a:prstGeom>
          <a:noFill/>
        </p:spPr>
        <p:txBody>
          <a:bodyPr wrap="square" rtlCol="0">
            <a:spAutoFit/>
          </a:bodyPr>
          <a:lstStyle/>
          <a:p>
            <a:pPr algn="l">
              <a:lnSpc>
                <a:spcPct val="150000"/>
              </a:lnSpc>
            </a:pPr>
            <a:r>
              <a:rPr lang="zh-CN" altLang="en-US">
                <a:latin typeface="华文中宋" panose="02010600040101010101" pitchFamily="2" charset="-122"/>
                <a:ea typeface="华文中宋" panose="02010600040101010101" pitchFamily="2" charset="-122"/>
              </a:rPr>
              <a:t>为实现堆式存储管理，需要完成大量的辅助操作，例如，排序、查表、填表、插入、删除</a:t>
            </a:r>
            <a:r>
              <a:rPr lang="en-US" altLang="zh-CN">
                <a:latin typeface="华文中宋" panose="02010600040101010101" pitchFamily="2" charset="-122"/>
                <a:ea typeface="华文中宋" panose="02010600040101010101" pitchFamily="2" charset="-122"/>
              </a:rPr>
              <a:t>…</a:t>
            </a:r>
            <a:r>
              <a:rPr lang="zh-CN" altLang="en-US">
                <a:latin typeface="华文中宋" panose="02010600040101010101" pitchFamily="2" charset="-122"/>
                <a:ea typeface="华文中宋" panose="02010600040101010101" pitchFamily="2" charset="-122"/>
              </a:rPr>
              <a:t>，其空间和时间开销大。</a:t>
            </a:r>
          </a:p>
        </p:txBody>
      </p:sp>
    </p:spTree>
    <p:extLst>
      <p:ext uri="{BB962C8B-B14F-4D97-AF65-F5344CB8AC3E}">
        <p14:creationId xmlns:p14="http://schemas.microsoft.com/office/powerpoint/2010/main" val="3998277785"/>
      </p:ext>
    </p:extLst>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370419-3D74-302C-FACC-734AB68644E0}"/>
              </a:ext>
            </a:extLst>
          </p:cNvPr>
          <p:cNvSpPr>
            <a:spLocks noGrp="1"/>
          </p:cNvSpPr>
          <p:nvPr>
            <p:ph type="title"/>
          </p:nvPr>
        </p:nvSpPr>
        <p:spPr/>
        <p:txBody>
          <a:bodyPr/>
          <a:lstStyle/>
          <a:p>
            <a:r>
              <a:rPr lang="en-US" altLang="zh-CN"/>
              <a:t>9.5 </a:t>
            </a:r>
            <a:r>
              <a:rPr lang="zh-CN" altLang="en-US"/>
              <a:t>调用序列和返回序列</a:t>
            </a:r>
          </a:p>
        </p:txBody>
      </p:sp>
      <p:sp>
        <p:nvSpPr>
          <p:cNvPr id="3" name="文本框 2">
            <a:extLst>
              <a:ext uri="{FF2B5EF4-FFF2-40B4-BE49-F238E27FC236}">
                <a16:creationId xmlns:a16="http://schemas.microsoft.com/office/drawing/2014/main" id="{62C4B5DC-A0A3-2BCB-0389-F8B43BFB5597}"/>
              </a:ext>
            </a:extLst>
          </p:cNvPr>
          <p:cNvSpPr txBox="1"/>
          <p:nvPr/>
        </p:nvSpPr>
        <p:spPr>
          <a:xfrm>
            <a:off x="1748160" y="1834034"/>
            <a:ext cx="9577064" cy="3883755"/>
          </a:xfrm>
          <a:prstGeom prst="rect">
            <a:avLst/>
          </a:prstGeom>
          <a:noFill/>
        </p:spPr>
        <p:txBody>
          <a:bodyPr wrap="square" rtlCol="0">
            <a:spAutoFit/>
          </a:bodyPr>
          <a:lstStyle/>
          <a:p>
            <a:pPr algn="l">
              <a:lnSpc>
                <a:spcPct val="150000"/>
              </a:lnSpc>
            </a:pPr>
            <a:r>
              <a:rPr lang="zh-CN" altLang="en-US" sz="2400">
                <a:solidFill>
                  <a:srgbClr val="0070C0"/>
                </a:solidFill>
                <a:latin typeface="宋体" panose="02010600030101010101" pitchFamily="2" charset="-122"/>
              </a:rPr>
              <a:t>过程调用</a:t>
            </a:r>
            <a:r>
              <a:rPr lang="zh-CN" altLang="en-US" sz="2400">
                <a:latin typeface="宋体" panose="02010600030101010101" pitchFamily="2" charset="-122"/>
              </a:rPr>
              <a:t>和</a:t>
            </a:r>
            <a:r>
              <a:rPr lang="zh-CN" altLang="en-US" sz="2400">
                <a:solidFill>
                  <a:srgbClr val="0070C0"/>
                </a:solidFill>
                <a:latin typeface="宋体" panose="02010600030101010101" pitchFamily="2" charset="-122"/>
              </a:rPr>
              <a:t>过程返回</a:t>
            </a:r>
            <a:r>
              <a:rPr lang="zh-CN" altLang="en-US" sz="2400">
                <a:latin typeface="宋体" panose="02010600030101010101" pitchFamily="2" charset="-122"/>
              </a:rPr>
              <a:t>都需要执行一些代码来管理活动记录栈，保存或恢复机器状态等</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调用序列</a:t>
            </a:r>
            <a:endParaRPr lang="en-US" altLang="zh-CN" sz="2400">
              <a:latin typeface="宋体" panose="02010600030101010101" pitchFamily="2" charset="-122"/>
            </a:endParaRPr>
          </a:p>
          <a:p>
            <a:pPr algn="l">
              <a:lnSpc>
                <a:spcPct val="150000"/>
              </a:lnSpc>
            </a:pPr>
            <a:r>
              <a:rPr lang="zh-CN" altLang="en-US" sz="2400">
                <a:latin typeface="宋体" panose="02010600030101010101" pitchFamily="2" charset="-122"/>
              </a:rPr>
              <a:t>实现过程调用的代码段。为一个活动记录在栈中分配空间，并在此记录的字段中填写信息。</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返回序列</a:t>
            </a:r>
            <a:endParaRPr lang="en-US" altLang="zh-CN" sz="2400">
              <a:latin typeface="宋体" panose="02010600030101010101" pitchFamily="2" charset="-122"/>
            </a:endParaRPr>
          </a:p>
          <a:p>
            <a:pPr algn="l">
              <a:lnSpc>
                <a:spcPct val="150000"/>
              </a:lnSpc>
            </a:pPr>
            <a:r>
              <a:rPr lang="zh-CN" altLang="en-US" sz="2400">
                <a:latin typeface="宋体" panose="02010600030101010101" pitchFamily="2" charset="-122"/>
              </a:rPr>
              <a:t>恢复机器状态，使得调用过程能够在调用结束之后继续执行。</a:t>
            </a:r>
            <a:endParaRPr lang="en-US" altLang="zh-CN" sz="2400">
              <a:latin typeface="宋体" panose="02010600030101010101" pitchFamily="2" charset="-122"/>
            </a:endParaRPr>
          </a:p>
        </p:txBody>
      </p:sp>
      <p:sp>
        <p:nvSpPr>
          <p:cNvPr id="4" name="文本框 3">
            <a:extLst>
              <a:ext uri="{FF2B5EF4-FFF2-40B4-BE49-F238E27FC236}">
                <a16:creationId xmlns:a16="http://schemas.microsoft.com/office/drawing/2014/main" id="{ACF3D8EC-AD67-4BFD-D0CC-B320E686CBBD}"/>
              </a:ext>
            </a:extLst>
          </p:cNvPr>
          <p:cNvSpPr txBox="1"/>
          <p:nvPr/>
        </p:nvSpPr>
        <p:spPr>
          <a:xfrm>
            <a:off x="1604144" y="5998006"/>
            <a:ext cx="9865096" cy="954107"/>
          </a:xfrm>
          <a:prstGeom prst="rect">
            <a:avLst/>
          </a:prstGeom>
          <a:solidFill>
            <a:srgbClr val="B4CDEC"/>
          </a:solidFill>
          <a:ln>
            <a:solidFill>
              <a:schemeClr val="tx1"/>
            </a:solidFill>
          </a:ln>
        </p:spPr>
        <p:txBody>
          <a:bodyPr wrap="square" rtlCol="0">
            <a:spAutoFit/>
          </a:bodyPr>
          <a:lstStyle/>
          <a:p>
            <a:r>
              <a:rPr lang="zh-CN" altLang="en-US" sz="2800">
                <a:latin typeface="宋体" panose="02010600030101010101" pitchFamily="2" charset="-122"/>
              </a:rPr>
              <a:t>一个调用代码序列中的代码通常被分割到调用过程（调用者</a:t>
            </a:r>
            <a:r>
              <a:rPr lang="en-US" altLang="zh-CN" sz="2800">
                <a:latin typeface="宋体" panose="02010600030101010101" pitchFamily="2" charset="-122"/>
              </a:rPr>
              <a:t>)</a:t>
            </a:r>
            <a:r>
              <a:rPr lang="zh-CN" altLang="en-US" sz="2800">
                <a:latin typeface="宋体" panose="02010600030101010101" pitchFamily="2" charset="-122"/>
              </a:rPr>
              <a:t>和被调用过程（被调用者）中。返回序列也是如此。</a:t>
            </a:r>
          </a:p>
        </p:txBody>
      </p:sp>
    </p:spTree>
    <p:extLst>
      <p:ext uri="{BB962C8B-B14F-4D97-AF65-F5344CB8AC3E}">
        <p14:creationId xmlns:p14="http://schemas.microsoft.com/office/powerpoint/2010/main" val="710435037"/>
      </p:ext>
    </p:extLst>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C301C9D-F2D6-35D3-A330-0475C443B25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200A4BFC-9AC3-A66A-4ACD-8B64C9CF3BC7}"/>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调用序列</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D3CCEC36-1B75-5E2A-A2E8-3127737EB094}"/>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5" name="表格 5">
            <a:extLst>
              <a:ext uri="{FF2B5EF4-FFF2-40B4-BE49-F238E27FC236}">
                <a16:creationId xmlns:a16="http://schemas.microsoft.com/office/drawing/2014/main" id="{DFD54A2E-413A-2F2D-17E9-AE385149CD47}"/>
              </a:ext>
            </a:extLst>
          </p:cNvPr>
          <p:cNvGraphicFramePr>
            <a:graphicFrameLocks noGrp="1"/>
          </p:cNvGraphicFramePr>
          <p:nvPr>
            <p:extLst>
              <p:ext uri="{D42A27DB-BD31-4B8C-83A1-F6EECF244321}">
                <p14:modId xmlns:p14="http://schemas.microsoft.com/office/powerpoint/2010/main" val="3326745341"/>
              </p:ext>
            </p:extLst>
          </p:nvPr>
        </p:nvGraphicFramePr>
        <p:xfrm>
          <a:off x="8012856" y="1618010"/>
          <a:ext cx="2965642" cy="5760720"/>
        </p:xfrm>
        <a:graphic>
          <a:graphicData uri="http://schemas.openxmlformats.org/drawingml/2006/table">
            <a:tbl>
              <a:tblPr firstRow="1" bandRow="1">
                <a:tableStyleId>{5940675A-B579-460E-94D1-54222C63F5DA}</a:tableStyleId>
              </a:tblPr>
              <a:tblGrid>
                <a:gridCol w="1482821">
                  <a:extLst>
                    <a:ext uri="{9D8B030D-6E8A-4147-A177-3AD203B41FA5}">
                      <a16:colId xmlns:a16="http://schemas.microsoft.com/office/drawing/2014/main" val="293500193"/>
                    </a:ext>
                  </a:extLst>
                </a:gridCol>
                <a:gridCol w="1482821">
                  <a:extLst>
                    <a:ext uri="{9D8B030D-6E8A-4147-A177-3AD203B41FA5}">
                      <a16:colId xmlns:a16="http://schemas.microsoft.com/office/drawing/2014/main" val="2262725444"/>
                    </a:ext>
                  </a:extLst>
                </a:gridCol>
              </a:tblGrid>
              <a:tr h="370840">
                <a:tc gridSpan="2">
                  <a:txBody>
                    <a:bodyPr/>
                    <a:lstStyle/>
                    <a:p>
                      <a:pPr algn="ct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tc>
                <a:tc hMerge="1">
                  <a:txBody>
                    <a:bodyPr/>
                    <a:lstStyle/>
                    <a:p>
                      <a:pPr algn="ctr"/>
                      <a:endParaRPr lang="zh-CN" altLang="en-US"/>
                    </a:p>
                  </a:txBody>
                  <a:tcPr anchor="ctr"/>
                </a:tc>
                <a:extLst>
                  <a:ext uri="{0D108BD9-81ED-4DB2-BD59-A6C34878D82A}">
                    <a16:rowId xmlns:a16="http://schemas.microsoft.com/office/drawing/2014/main" val="478763061"/>
                  </a:ext>
                </a:extLst>
              </a:tr>
              <a:tr h="370840">
                <a:tc>
                  <a:txBody>
                    <a:bodyPr/>
                    <a:lstStyle/>
                    <a:p>
                      <a:pPr algn="ctr"/>
                      <a:r>
                        <a:rPr lang="zh-CN" altLang="en-US" sz="2000">
                          <a:latin typeface="楷体" panose="02010609060101010101" pitchFamily="49" charset="-122"/>
                          <a:ea typeface="楷体" panose="02010609060101010101" pitchFamily="49" charset="-122"/>
                        </a:rPr>
                        <a:t>参数</a:t>
                      </a:r>
                    </a:p>
                  </a:txBody>
                  <a:tcPr anchor="ctr"/>
                </a:tc>
                <a:tc>
                  <a:txBody>
                    <a:bodyPr/>
                    <a:lstStyle/>
                    <a:p>
                      <a:pPr algn="ctr"/>
                      <a:r>
                        <a:rPr lang="zh-CN" altLang="en-US" sz="2000">
                          <a:latin typeface="楷体" panose="02010609060101010101" pitchFamily="49" charset="-122"/>
                          <a:ea typeface="楷体" panose="02010609060101010101" pitchFamily="49" charset="-122"/>
                        </a:rPr>
                        <a:t>返回值</a:t>
                      </a:r>
                    </a:p>
                  </a:txBody>
                  <a:tcPr anchor="ctr"/>
                </a:tc>
                <a:extLst>
                  <a:ext uri="{0D108BD9-81ED-4DB2-BD59-A6C34878D82A}">
                    <a16:rowId xmlns:a16="http://schemas.microsoft.com/office/drawing/2014/main" val="1546995993"/>
                  </a:ext>
                </a:extLst>
              </a:tr>
              <a:tr h="370840">
                <a:tc gridSpan="2">
                  <a:txBody>
                    <a:bodyPr/>
                    <a:lstStyle/>
                    <a:p>
                      <a:pPr algn="ctr"/>
                      <a:r>
                        <a:rPr lang="zh-CN" altLang="en-US" sz="2000">
                          <a:latin typeface="楷体" panose="02010609060101010101" pitchFamily="49" charset="-122"/>
                          <a:ea typeface="楷体" panose="02010609060101010101" pitchFamily="49" charset="-122"/>
                        </a:rPr>
                        <a:t>控制链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56976736"/>
                  </a:ext>
                </a:extLst>
              </a:tr>
              <a:tr h="370840">
                <a:tc gridSpan="2">
                  <a:txBody>
                    <a:bodyPr/>
                    <a:lstStyle/>
                    <a:p>
                      <a:pPr algn="ctr"/>
                      <a:r>
                        <a:rPr lang="zh-CN" altLang="en-US" sz="2000">
                          <a:latin typeface="楷体" panose="02010609060101010101" pitchFamily="49" charset="-122"/>
                          <a:ea typeface="楷体" panose="02010609060101010101" pitchFamily="49" charset="-122"/>
                        </a:rPr>
                        <a:t>访问链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962787309"/>
                  </a:ext>
                </a:extLst>
              </a:tr>
              <a:tr h="370840">
                <a:tc gridSpan="2">
                  <a:txBody>
                    <a:bodyPr/>
                    <a:lstStyle/>
                    <a:p>
                      <a:pPr algn="ctr"/>
                      <a:r>
                        <a:rPr lang="zh-CN" altLang="en-US" sz="2000">
                          <a:latin typeface="楷体" panose="02010609060101010101" pitchFamily="49" charset="-122"/>
                          <a:ea typeface="楷体" panose="02010609060101010101" pitchFamily="49" charset="-122"/>
                        </a:rPr>
                        <a:t>保存的机器状态</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893681083"/>
                  </a:ext>
                </a:extLst>
              </a:tr>
              <a:tr h="370840">
                <a:tc gridSpan="2">
                  <a:txBody>
                    <a:bodyPr/>
                    <a:lstStyle/>
                    <a:p>
                      <a:pPr algn="ctr"/>
                      <a:r>
                        <a:rPr lang="zh-CN" altLang="en-US" sz="2000">
                          <a:latin typeface="楷体" panose="02010609060101010101" pitchFamily="49" charset="-122"/>
                          <a:ea typeface="楷体" panose="02010609060101010101" pitchFamily="49" charset="-122"/>
                        </a:rPr>
                        <a:t>局部数据和临时数据</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22421784"/>
                  </a:ext>
                </a:extLst>
              </a:tr>
              <a:tr h="370840">
                <a:tc gridSpan="2">
                  <a:txBody>
                    <a:bodyPr/>
                    <a:lstStyle/>
                    <a:p>
                      <a:pPr marL="0" marR="0" lvl="0" indent="0" algn="ctr" defTabSz="1007486" rtl="0" eaLnBrk="1" fontAlgn="auto" latinLnBrk="0" hangingPunct="1">
                        <a:lnSpc>
                          <a:spcPct val="100000"/>
                        </a:lnSpc>
                        <a:spcBef>
                          <a:spcPts val="0"/>
                        </a:spcBef>
                        <a:spcAft>
                          <a:spcPts val="0"/>
                        </a:spcAft>
                        <a:buClrTx/>
                        <a:buSzTx/>
                        <a:buFontTx/>
                        <a:buNone/>
                        <a:tabLst/>
                        <a:defRPr/>
                      </a:pP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noFill/>
                  </a:tcP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566651454"/>
                  </a:ext>
                </a:extLst>
              </a:tr>
              <a:tr h="370840">
                <a:tc>
                  <a:txBody>
                    <a:bodyPr/>
                    <a:lstStyle/>
                    <a:p>
                      <a:pPr algn="ctr"/>
                      <a:r>
                        <a:rPr lang="zh-CN" altLang="en-US" sz="2000">
                          <a:latin typeface="楷体" panose="02010609060101010101" pitchFamily="49" charset="-122"/>
                          <a:ea typeface="楷体" panose="02010609060101010101" pitchFamily="49" charset="-122"/>
                        </a:rPr>
                        <a:t>参数</a:t>
                      </a:r>
                    </a:p>
                  </a:txBody>
                  <a:tcPr anchor="ctr"/>
                </a:tc>
                <a:tc>
                  <a:txBody>
                    <a:bodyPr/>
                    <a:lstStyle/>
                    <a:p>
                      <a:pPr algn="ctr"/>
                      <a:r>
                        <a:rPr lang="zh-CN" altLang="en-US" sz="2000">
                          <a:latin typeface="楷体" panose="02010609060101010101" pitchFamily="49" charset="-122"/>
                          <a:ea typeface="楷体" panose="02010609060101010101" pitchFamily="49" charset="-122"/>
                        </a:rPr>
                        <a:t>返回值</a:t>
                      </a:r>
                    </a:p>
                  </a:txBody>
                  <a:tcPr anchor="ctr"/>
                </a:tc>
                <a:extLst>
                  <a:ext uri="{0D108BD9-81ED-4DB2-BD59-A6C34878D82A}">
                    <a16:rowId xmlns:a16="http://schemas.microsoft.com/office/drawing/2014/main" val="1415497144"/>
                  </a:ext>
                </a:extLst>
              </a:tr>
              <a:tr h="370840">
                <a:tc gridSpan="2">
                  <a:txBody>
                    <a:bodyPr/>
                    <a:lstStyle/>
                    <a:p>
                      <a:pPr algn="ctr"/>
                      <a:r>
                        <a:rPr lang="zh-CN" altLang="en-US" sz="2000">
                          <a:latin typeface="楷体" panose="02010609060101010101" pitchFamily="49" charset="-122"/>
                          <a:ea typeface="楷体" panose="02010609060101010101" pitchFamily="49" charset="-122"/>
                        </a:rPr>
                        <a:t>控制链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016849117"/>
                  </a:ext>
                </a:extLst>
              </a:tr>
              <a:tr h="370840">
                <a:tc gridSpan="2">
                  <a:txBody>
                    <a:bodyPr/>
                    <a:lstStyle/>
                    <a:p>
                      <a:pPr algn="ctr"/>
                      <a:r>
                        <a:rPr lang="zh-CN" altLang="en-US" sz="2000">
                          <a:latin typeface="楷体" panose="02010609060101010101" pitchFamily="49" charset="-122"/>
                          <a:ea typeface="楷体" panose="02010609060101010101" pitchFamily="49" charset="-122"/>
                        </a:rPr>
                        <a:t>访问链</a:t>
                      </a:r>
                      <a:endParaRPr lang="en-US" altLang="zh-CN" sz="2000">
                        <a:latin typeface="楷体" panose="02010609060101010101" pitchFamily="49" charset="-122"/>
                        <a:ea typeface="楷体" panose="02010609060101010101" pitchFamily="49" charset="-122"/>
                      </a:endParaRPr>
                    </a:p>
                    <a:p>
                      <a:pPr algn="ctr"/>
                      <a:r>
                        <a:rPr lang="zh-CN" altLang="en-US" sz="2000">
                          <a:latin typeface="楷体" panose="02010609060101010101" pitchFamily="49" charset="-122"/>
                          <a:ea typeface="楷体" panose="02010609060101010101" pitchFamily="49" charset="-122"/>
                        </a:rPr>
                        <a:t>（</a:t>
                      </a:r>
                      <a:r>
                        <a:rPr lang="zh-CN" altLang="en-US" sz="2000">
                          <a:solidFill>
                            <a:srgbClr val="2D84F3"/>
                          </a:solidFill>
                          <a:latin typeface="楷体" panose="02010609060101010101" pitchFamily="49" charset="-122"/>
                          <a:ea typeface="楷体" panose="02010609060101010101" pitchFamily="49" charset="-122"/>
                        </a:rPr>
                        <a:t>包含调用者的</a:t>
                      </a:r>
                      <a:r>
                        <a:rPr lang="en-US" altLang="zh-CN" sz="2000">
                          <a:solidFill>
                            <a:srgbClr val="2D84F3"/>
                          </a:solidFill>
                          <a:latin typeface="楷体" panose="02010609060101010101" pitchFamily="49" charset="-122"/>
                          <a:ea typeface="楷体" panose="02010609060101010101" pitchFamily="49" charset="-122"/>
                        </a:rPr>
                        <a:t>top-sp</a:t>
                      </a:r>
                      <a:r>
                        <a:rPr lang="zh-CN" altLang="en-US" sz="2000">
                          <a:latin typeface="楷体" panose="02010609060101010101" pitchFamily="49" charset="-122"/>
                          <a:ea typeface="楷体" panose="02010609060101010101" pitchFamily="49" charset="-122"/>
                        </a:rPr>
                        <a:t>）</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4229482144"/>
                  </a:ext>
                </a:extLst>
              </a:tr>
              <a:tr h="370840">
                <a:tc gridSpan="2">
                  <a:txBody>
                    <a:bodyPr/>
                    <a:lstStyle/>
                    <a:p>
                      <a:pPr algn="ctr"/>
                      <a:r>
                        <a:rPr lang="zh-CN" altLang="en-US" sz="2000">
                          <a:latin typeface="楷体" panose="02010609060101010101" pitchFamily="49" charset="-122"/>
                          <a:ea typeface="楷体" panose="02010609060101010101" pitchFamily="49" charset="-122"/>
                        </a:rPr>
                        <a:t>保存的机器状态</a:t>
                      </a:r>
                      <a:endParaRPr lang="en-US" altLang="zh-CN" sz="2000">
                        <a:latin typeface="楷体" panose="02010609060101010101" pitchFamily="49" charset="-122"/>
                        <a:ea typeface="楷体" panose="02010609060101010101" pitchFamily="49" charset="-122"/>
                      </a:endParaRPr>
                    </a:p>
                    <a:p>
                      <a:pPr algn="ctr"/>
                      <a:r>
                        <a:rPr lang="zh-CN" altLang="en-US" sz="2000">
                          <a:latin typeface="楷体" panose="02010609060101010101" pitchFamily="49" charset="-122"/>
                          <a:ea typeface="楷体" panose="02010609060101010101" pitchFamily="49" charset="-122"/>
                        </a:rPr>
                        <a:t>（</a:t>
                      </a:r>
                      <a:r>
                        <a:rPr lang="zh-CN" altLang="en-US" sz="2000">
                          <a:solidFill>
                            <a:srgbClr val="2D84F3"/>
                          </a:solidFill>
                          <a:latin typeface="楷体" panose="02010609060101010101" pitchFamily="49" charset="-122"/>
                          <a:ea typeface="楷体" panose="02010609060101010101" pitchFamily="49" charset="-122"/>
                        </a:rPr>
                        <a:t>包含返回地址</a:t>
                      </a:r>
                      <a:r>
                        <a:rPr lang="zh-CN" altLang="en-US" sz="2000">
                          <a:latin typeface="楷体" panose="02010609060101010101" pitchFamily="49" charset="-122"/>
                          <a:ea typeface="楷体" panose="02010609060101010101" pitchFamily="49" charset="-122"/>
                        </a:rPr>
                        <a:t>）</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259592445"/>
                  </a:ext>
                </a:extLst>
              </a:tr>
              <a:tr h="370840">
                <a:tc gridSpan="2">
                  <a:txBody>
                    <a:bodyPr/>
                    <a:lstStyle/>
                    <a:p>
                      <a:pPr algn="ctr"/>
                      <a:r>
                        <a:rPr lang="zh-CN" altLang="en-US" sz="2000">
                          <a:latin typeface="楷体" panose="02010609060101010101" pitchFamily="49" charset="-122"/>
                          <a:ea typeface="楷体" panose="02010609060101010101" pitchFamily="49" charset="-122"/>
                        </a:rPr>
                        <a:t>局部数据和临时数据</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3452175071"/>
                  </a:ext>
                </a:extLst>
              </a:tr>
              <a:tr h="370840">
                <a:tc gridSpan="2">
                  <a:txBody>
                    <a:bodyPr/>
                    <a:lstStyle/>
                    <a:p>
                      <a:pPr marL="0" marR="0" lvl="0" indent="0" algn="ctr" defTabSz="1007486" rtl="0" eaLnBrk="1" fontAlgn="auto" latinLnBrk="0" hangingPunct="1">
                        <a:lnSpc>
                          <a:spcPct val="100000"/>
                        </a:lnSpc>
                        <a:spcBef>
                          <a:spcPts val="0"/>
                        </a:spcBef>
                        <a:spcAft>
                          <a:spcPts val="0"/>
                        </a:spcAft>
                        <a:buClrTx/>
                        <a:buSzTx/>
                        <a:buFontTx/>
                        <a:buNone/>
                        <a:tabLst/>
                        <a:defRPr/>
                      </a:pP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lnB w="12700" cap="flat" cmpd="sng" algn="ctr">
                      <a:noFill/>
                      <a:prstDash val="solid"/>
                      <a:round/>
                      <a:headEnd type="none" w="med" len="med"/>
                      <a:tailEnd type="none" w="med" len="med"/>
                    </a:lnB>
                  </a:tcPr>
                </a:tc>
                <a:tc hMerge="1">
                  <a:txBody>
                    <a:bodyPr/>
                    <a:lstStyle/>
                    <a:p>
                      <a:pPr algn="ctr"/>
                      <a:endParaRPr lang="zh-CN" altLang="en-US"/>
                    </a:p>
                  </a:txBody>
                  <a:tcPr anchor="ctr"/>
                </a:tc>
                <a:extLst>
                  <a:ext uri="{0D108BD9-81ED-4DB2-BD59-A6C34878D82A}">
                    <a16:rowId xmlns:a16="http://schemas.microsoft.com/office/drawing/2014/main" val="3852104761"/>
                  </a:ext>
                </a:extLst>
              </a:tr>
            </a:tbl>
          </a:graphicData>
        </a:graphic>
      </p:graphicFrame>
      <p:cxnSp>
        <p:nvCxnSpPr>
          <p:cNvPr id="9" name="直接连接符 8">
            <a:extLst>
              <a:ext uri="{FF2B5EF4-FFF2-40B4-BE49-F238E27FC236}">
                <a16:creationId xmlns:a16="http://schemas.microsoft.com/office/drawing/2014/main" id="{4262AAB0-4D26-79F7-2CB3-937D317BBB23}"/>
              </a:ext>
            </a:extLst>
          </p:cNvPr>
          <p:cNvCxnSpPr>
            <a:cxnSpLocks/>
          </p:cNvCxnSpPr>
          <p:nvPr/>
        </p:nvCxnSpPr>
        <p:spPr bwMode="auto">
          <a:xfrm>
            <a:off x="11397232" y="2000250"/>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F10817D6-6652-C4A2-6339-F6811684F608}"/>
              </a:ext>
            </a:extLst>
          </p:cNvPr>
          <p:cNvCxnSpPr>
            <a:cxnSpLocks/>
          </p:cNvCxnSpPr>
          <p:nvPr/>
        </p:nvCxnSpPr>
        <p:spPr bwMode="auto">
          <a:xfrm>
            <a:off x="11397232" y="3987800"/>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53E5C43A-DF1B-565E-09F7-5DD96384A555}"/>
              </a:ext>
            </a:extLst>
          </p:cNvPr>
          <p:cNvCxnSpPr>
            <a:cxnSpLocks/>
          </p:cNvCxnSpPr>
          <p:nvPr/>
        </p:nvCxnSpPr>
        <p:spPr bwMode="auto">
          <a:xfrm>
            <a:off x="11397232" y="4386064"/>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66D933BC-B898-EC0F-65E0-1DF5CD1826EC}"/>
              </a:ext>
            </a:extLst>
          </p:cNvPr>
          <p:cNvCxnSpPr>
            <a:cxnSpLocks/>
          </p:cNvCxnSpPr>
          <p:nvPr/>
        </p:nvCxnSpPr>
        <p:spPr bwMode="auto">
          <a:xfrm>
            <a:off x="11397232" y="6370538"/>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A0D26346-57E5-1B1D-1648-EA4CA8D2FE85}"/>
              </a:ext>
            </a:extLst>
          </p:cNvPr>
          <p:cNvCxnSpPr/>
          <p:nvPr/>
        </p:nvCxnSpPr>
        <p:spPr bwMode="auto">
          <a:xfrm>
            <a:off x="11829280" y="2050058"/>
            <a:ext cx="0" cy="1872208"/>
          </a:xfrm>
          <a:prstGeom prst="straightConnector1">
            <a:avLst/>
          </a:prstGeom>
          <a:solidFill>
            <a:schemeClr val="accent1"/>
          </a:solidFill>
          <a:ln w="9525" cap="flat" cmpd="sng" algn="ctr">
            <a:solidFill>
              <a:srgbClr val="0070C0"/>
            </a:solidFill>
            <a:prstDash val="solid"/>
            <a:round/>
            <a:headEnd type="triangle"/>
            <a:tailEnd type="triangle"/>
          </a:ln>
          <a:effectLst>
            <a:outerShdw dist="17961" dir="2700000" algn="ctr" rotWithShape="0">
              <a:schemeClr val="tx1">
                <a:gamma/>
                <a:shade val="60000"/>
                <a:invGamma/>
              </a:schemeClr>
            </a:outerShdw>
          </a:effectLst>
        </p:spPr>
      </p:cxnSp>
      <p:cxnSp>
        <p:nvCxnSpPr>
          <p:cNvPr id="15" name="直接箭头连接符 14">
            <a:extLst>
              <a:ext uri="{FF2B5EF4-FFF2-40B4-BE49-F238E27FC236}">
                <a16:creationId xmlns:a16="http://schemas.microsoft.com/office/drawing/2014/main" id="{88991299-DF97-0217-0B74-FFD511C052AD}"/>
              </a:ext>
            </a:extLst>
          </p:cNvPr>
          <p:cNvCxnSpPr/>
          <p:nvPr/>
        </p:nvCxnSpPr>
        <p:spPr bwMode="auto">
          <a:xfrm>
            <a:off x="11829280" y="4426322"/>
            <a:ext cx="0" cy="1872208"/>
          </a:xfrm>
          <a:prstGeom prst="straightConnector1">
            <a:avLst/>
          </a:prstGeom>
          <a:solidFill>
            <a:schemeClr val="accent1"/>
          </a:solidFill>
          <a:ln w="9525" cap="flat" cmpd="sng" algn="ctr">
            <a:solidFill>
              <a:srgbClr val="0070C0"/>
            </a:solidFill>
            <a:prstDash val="solid"/>
            <a:round/>
            <a:headEnd type="triangle"/>
            <a:tailEnd type="triangle"/>
          </a:ln>
          <a:effectLst>
            <a:outerShdw dist="17961" dir="2700000" algn="ctr" rotWithShape="0">
              <a:schemeClr val="tx1">
                <a:gamma/>
                <a:shade val="60000"/>
                <a:invGamma/>
              </a:schemeClr>
            </a:outerShdw>
          </a:effectLst>
        </p:spPr>
      </p:cxnSp>
      <p:sp>
        <p:nvSpPr>
          <p:cNvPr id="16" name="文本框 15">
            <a:extLst>
              <a:ext uri="{FF2B5EF4-FFF2-40B4-BE49-F238E27FC236}">
                <a16:creationId xmlns:a16="http://schemas.microsoft.com/office/drawing/2014/main" id="{BBDF289F-1EF9-085C-BAFA-DFC01F833CFC}"/>
              </a:ext>
            </a:extLst>
          </p:cNvPr>
          <p:cNvSpPr txBox="1"/>
          <p:nvPr/>
        </p:nvSpPr>
        <p:spPr>
          <a:xfrm>
            <a:off x="11199160" y="2685942"/>
            <a:ext cx="1296143" cy="707886"/>
          </a:xfrm>
          <a:prstGeom prst="rect">
            <a:avLst/>
          </a:prstGeom>
          <a:solidFill>
            <a:schemeClr val="bg1">
              <a:lumMod val="75000"/>
            </a:schemeClr>
          </a:solidFill>
        </p:spPr>
        <p:txBody>
          <a:bodyPr wrap="square" rtlCol="0">
            <a:spAutoFit/>
          </a:bodyPr>
          <a:lstStyle/>
          <a:p>
            <a:r>
              <a:rPr lang="zh-CN" altLang="en-US" sz="2000">
                <a:solidFill>
                  <a:srgbClr val="0070C0"/>
                </a:solidFill>
              </a:rPr>
              <a:t>调用者的活动记录</a:t>
            </a:r>
          </a:p>
        </p:txBody>
      </p:sp>
      <p:sp>
        <p:nvSpPr>
          <p:cNvPr id="17" name="文本框 16">
            <a:extLst>
              <a:ext uri="{FF2B5EF4-FFF2-40B4-BE49-F238E27FC236}">
                <a16:creationId xmlns:a16="http://schemas.microsoft.com/office/drawing/2014/main" id="{2BE34EA0-1BC8-F691-91B9-2BB8A280B6BD}"/>
              </a:ext>
            </a:extLst>
          </p:cNvPr>
          <p:cNvSpPr txBox="1"/>
          <p:nvPr/>
        </p:nvSpPr>
        <p:spPr>
          <a:xfrm>
            <a:off x="11117896" y="5058756"/>
            <a:ext cx="1458670" cy="707886"/>
          </a:xfrm>
          <a:prstGeom prst="rect">
            <a:avLst/>
          </a:prstGeom>
          <a:solidFill>
            <a:schemeClr val="bg1">
              <a:lumMod val="75000"/>
            </a:schemeClr>
          </a:solidFill>
        </p:spPr>
        <p:txBody>
          <a:bodyPr wrap="square" rtlCol="0">
            <a:spAutoFit/>
          </a:bodyPr>
          <a:lstStyle/>
          <a:p>
            <a:r>
              <a:rPr lang="zh-CN" altLang="en-US" sz="2000">
                <a:solidFill>
                  <a:srgbClr val="0070C0"/>
                </a:solidFill>
              </a:rPr>
              <a:t>被调用者的活动记录</a:t>
            </a:r>
          </a:p>
        </p:txBody>
      </p:sp>
      <p:sp>
        <p:nvSpPr>
          <p:cNvPr id="18" name="文本框 17">
            <a:extLst>
              <a:ext uri="{FF2B5EF4-FFF2-40B4-BE49-F238E27FC236}">
                <a16:creationId xmlns:a16="http://schemas.microsoft.com/office/drawing/2014/main" id="{3268989E-9665-DCFD-EA6F-E5808BEFEFB1}"/>
              </a:ext>
            </a:extLst>
          </p:cNvPr>
          <p:cNvSpPr txBox="1"/>
          <p:nvPr/>
        </p:nvSpPr>
        <p:spPr>
          <a:xfrm>
            <a:off x="1054968" y="1376448"/>
            <a:ext cx="5472608" cy="6099747"/>
          </a:xfrm>
          <a:prstGeom prst="rect">
            <a:avLst/>
          </a:prstGeom>
          <a:noFill/>
        </p:spPr>
        <p:txBody>
          <a:bodyPr wrap="square" rtlCol="0">
            <a:spAutoFit/>
          </a:bodyPr>
          <a:lstStyle/>
          <a:p>
            <a:pPr marL="342900" indent="-342900" algn="l">
              <a:lnSpc>
                <a:spcPct val="150000"/>
              </a:lnSpc>
              <a:buClr>
                <a:schemeClr val="tx1"/>
              </a:buClr>
              <a:buFont typeface="Wingdings" panose="05000000000000000000" pitchFamily="2" charset="2"/>
              <a:buChar char="Ø"/>
            </a:pPr>
            <a:r>
              <a:rPr lang="zh-CN" altLang="en-US" sz="2400">
                <a:solidFill>
                  <a:srgbClr val="FF0000"/>
                </a:solidFill>
                <a:latin typeface="楷体" panose="02010609060101010101" pitchFamily="49" charset="-122"/>
                <a:ea typeface="楷体" panose="02010609060101010101" pitchFamily="49" charset="-122"/>
              </a:rPr>
              <a:t>调用者</a:t>
            </a:r>
            <a:r>
              <a:rPr lang="zh-CN" altLang="en-US" sz="2400">
                <a:latin typeface="楷体" panose="02010609060101010101" pitchFamily="49" charset="-122"/>
                <a:ea typeface="楷体" panose="02010609060101010101" pitchFamily="49" charset="-122"/>
              </a:rPr>
              <a:t>计算实际参数的值</a:t>
            </a:r>
            <a:endParaRPr lang="en-US" altLang="zh-CN" sz="2400">
              <a:latin typeface="楷体" panose="02010609060101010101" pitchFamily="49" charset="-122"/>
              <a:ea typeface="楷体" panose="02010609060101010101" pitchFamily="49" charset="-122"/>
            </a:endParaRPr>
          </a:p>
          <a:p>
            <a:pPr marL="342900" marR="0" indent="-342900">
              <a:lnSpc>
                <a:spcPct val="150000"/>
              </a:lnSpc>
              <a:spcBef>
                <a:spcPts val="0"/>
              </a:spcBef>
              <a:spcAft>
                <a:spcPts val="0"/>
              </a:spcAft>
              <a:buClr>
                <a:schemeClr val="tx1"/>
              </a:buClr>
              <a:buFont typeface="Wingdings" panose="05000000000000000000" pitchFamily="2" charset="2"/>
              <a:buChar char="Ø"/>
            </a:pPr>
            <a:r>
              <a:rPr lang="zh-CN" altLang="en-US" sz="2400" spc="105">
                <a:solidFill>
                  <a:srgbClr val="FF0000"/>
                </a:solidFill>
                <a:latin typeface="楷体" panose="02010609060101010101" pitchFamily="49" charset="-122"/>
                <a:ea typeface="楷体" panose="02010609060101010101" pitchFamily="49" charset="-122"/>
                <a:cs typeface="KaiTi"/>
              </a:rPr>
              <a:t>调用者</a:t>
            </a:r>
            <a:r>
              <a:rPr lang="zh-CN" altLang="en-US" sz="2400" spc="105">
                <a:solidFill>
                  <a:srgbClr val="000000"/>
                </a:solidFill>
                <a:latin typeface="楷体" panose="02010609060101010101" pitchFamily="49" charset="-122"/>
                <a:ea typeface="楷体" panose="02010609060101010101" pitchFamily="49" charset="-122"/>
                <a:cs typeface="KaiTi"/>
              </a:rPr>
              <a:t>将</a:t>
            </a:r>
            <a:r>
              <a:rPr lang="zh-CN" altLang="en-US" sz="2400" spc="105">
                <a:solidFill>
                  <a:srgbClr val="2D84F3"/>
                </a:solidFill>
                <a:latin typeface="楷体" panose="02010609060101010101" pitchFamily="49" charset="-122"/>
                <a:ea typeface="楷体" panose="02010609060101010101" pitchFamily="49" charset="-122"/>
                <a:cs typeface="KaiTi"/>
              </a:rPr>
              <a:t>返回地址</a:t>
            </a:r>
            <a:r>
              <a:rPr lang="zh-CN" altLang="en-US" sz="2400" spc="105">
                <a:solidFill>
                  <a:srgbClr val="000000"/>
                </a:solidFill>
                <a:latin typeface="楷体" panose="02010609060101010101" pitchFamily="49" charset="-122"/>
                <a:ea typeface="楷体" panose="02010609060101010101" pitchFamily="49" charset="-122"/>
                <a:cs typeface="KaiTi"/>
              </a:rPr>
              <a:t>（程序计数</a:t>
            </a:r>
            <a:r>
              <a:rPr lang="zh-CN" altLang="en-US" sz="2400" spc="148">
                <a:solidFill>
                  <a:srgbClr val="000000"/>
                </a:solidFill>
                <a:latin typeface="楷体" panose="02010609060101010101" pitchFamily="49" charset="-122"/>
                <a:ea typeface="楷体" panose="02010609060101010101" pitchFamily="49" charset="-122"/>
                <a:cs typeface="KaiTi"/>
              </a:rPr>
              <a:t>器的值）放到被调用者的机器</a:t>
            </a:r>
            <a:r>
              <a:rPr lang="zh-CN" altLang="en-US" sz="2400" spc="73">
                <a:solidFill>
                  <a:srgbClr val="000000"/>
                </a:solidFill>
                <a:latin typeface="楷体" panose="02010609060101010101" pitchFamily="49" charset="-122"/>
                <a:ea typeface="楷体" panose="02010609060101010101" pitchFamily="49" charset="-122"/>
                <a:cs typeface="KaiTi"/>
              </a:rPr>
              <a:t>状态字段中。将</a:t>
            </a:r>
            <a:r>
              <a:rPr lang="zh-CN" altLang="en-US" sz="2400" spc="72">
                <a:solidFill>
                  <a:srgbClr val="2D84F3"/>
                </a:solidFill>
                <a:latin typeface="楷体" panose="02010609060101010101" pitchFamily="49" charset="-122"/>
                <a:ea typeface="楷体" panose="02010609060101010101" pitchFamily="49" charset="-122"/>
                <a:cs typeface="KaiTi"/>
              </a:rPr>
              <a:t>原来的</a:t>
            </a:r>
            <a:r>
              <a:rPr lang="en-US" altLang="zh-CN" sz="2400" b="1" i="1">
                <a:solidFill>
                  <a:srgbClr val="2D84F3"/>
                </a:solidFill>
                <a:latin typeface="楷体" panose="02010609060101010101" pitchFamily="49" charset="-122"/>
                <a:ea typeface="楷体" panose="02010609060101010101" pitchFamily="49" charset="-122"/>
                <a:cs typeface="DOSGBW+TimesNewRomanPS-BoldItalicMT"/>
              </a:rPr>
              <a:t>top-sp</a:t>
            </a:r>
            <a:r>
              <a:rPr lang="zh-CN" altLang="en-US" sz="2400">
                <a:solidFill>
                  <a:srgbClr val="2D84F3"/>
                </a:solidFill>
                <a:latin typeface="楷体" panose="02010609060101010101" pitchFamily="49" charset="-122"/>
                <a:ea typeface="楷体" panose="02010609060101010101" pitchFamily="49" charset="-122"/>
                <a:cs typeface="KaiTi"/>
              </a:rPr>
              <a:t>值</a:t>
            </a:r>
            <a:r>
              <a:rPr lang="zh-CN" altLang="en-US" sz="2400" spc="148">
                <a:solidFill>
                  <a:srgbClr val="000000"/>
                </a:solidFill>
                <a:latin typeface="楷体" panose="02010609060101010101" pitchFamily="49" charset="-122"/>
                <a:ea typeface="楷体" panose="02010609060101010101" pitchFamily="49" charset="-122"/>
                <a:cs typeface="KaiTi"/>
              </a:rPr>
              <a:t>放到被调用者的控制链中。然</a:t>
            </a:r>
            <a:r>
              <a:rPr lang="zh-CN" altLang="en-US" sz="2400" spc="73">
                <a:solidFill>
                  <a:srgbClr val="000000"/>
                </a:solidFill>
                <a:latin typeface="楷体" panose="02010609060101010101" pitchFamily="49" charset="-122"/>
                <a:ea typeface="楷体" panose="02010609060101010101" pitchFamily="49" charset="-122"/>
                <a:cs typeface="KaiTi"/>
              </a:rPr>
              <a:t>后，</a:t>
            </a:r>
            <a:r>
              <a:rPr lang="zh-CN" altLang="en-US" sz="2400" spc="69">
                <a:solidFill>
                  <a:srgbClr val="2D84F3"/>
                </a:solidFill>
                <a:latin typeface="楷体" panose="02010609060101010101" pitchFamily="49" charset="-122"/>
                <a:ea typeface="楷体" panose="02010609060101010101" pitchFamily="49" charset="-122"/>
                <a:cs typeface="KaiTi"/>
              </a:rPr>
              <a:t>增加</a:t>
            </a:r>
            <a:r>
              <a:rPr lang="en-US" altLang="zh-CN" sz="2400" b="1" i="1" spc="10">
                <a:solidFill>
                  <a:srgbClr val="2D84F3"/>
                </a:solidFill>
                <a:latin typeface="楷体" panose="02010609060101010101" pitchFamily="49" charset="-122"/>
                <a:ea typeface="楷体" panose="02010609060101010101" pitchFamily="49" charset="-122"/>
                <a:cs typeface="DOSGBW+TimesNewRomanPS-BoldItalicMT"/>
              </a:rPr>
              <a:t>top-sp</a:t>
            </a:r>
            <a:r>
              <a:rPr lang="zh-CN" altLang="en-US" sz="2400" spc="67">
                <a:solidFill>
                  <a:srgbClr val="2D84F3"/>
                </a:solidFill>
                <a:latin typeface="楷体" panose="02010609060101010101" pitchFamily="49" charset="-122"/>
                <a:ea typeface="楷体" panose="02010609060101010101" pitchFamily="49" charset="-122"/>
                <a:cs typeface="KaiTi"/>
              </a:rPr>
              <a:t>的值</a:t>
            </a:r>
            <a:r>
              <a:rPr lang="zh-CN" altLang="en-US" sz="2400" spc="72">
                <a:solidFill>
                  <a:srgbClr val="000000"/>
                </a:solidFill>
                <a:latin typeface="楷体" panose="02010609060101010101" pitchFamily="49" charset="-122"/>
                <a:ea typeface="楷体" panose="02010609060101010101" pitchFamily="49" charset="-122"/>
                <a:cs typeface="KaiTi"/>
              </a:rPr>
              <a:t>，使其指向</a:t>
            </a:r>
            <a:r>
              <a:rPr lang="zh-CN" altLang="en-US" sz="2400" spc="10">
                <a:solidFill>
                  <a:srgbClr val="000000"/>
                </a:solidFill>
                <a:latin typeface="楷体" panose="02010609060101010101" pitchFamily="49" charset="-122"/>
                <a:ea typeface="楷体" panose="02010609060101010101" pitchFamily="49" charset="-122"/>
                <a:cs typeface="KaiTi"/>
              </a:rPr>
              <a:t>被调用者</a:t>
            </a:r>
            <a:r>
              <a:rPr lang="zh-CN" altLang="en-US" sz="2400" spc="11">
                <a:solidFill>
                  <a:srgbClr val="2D84F3"/>
                </a:solidFill>
                <a:latin typeface="楷体" panose="02010609060101010101" pitchFamily="49" charset="-122"/>
                <a:ea typeface="楷体" panose="02010609060101010101" pitchFamily="49" charset="-122"/>
                <a:cs typeface="KaiTi"/>
              </a:rPr>
              <a:t>局部数据开始的位置</a:t>
            </a:r>
            <a:endParaRPr lang="en-US" altLang="zh-CN" sz="2400" spc="11">
              <a:solidFill>
                <a:srgbClr val="2D84F3"/>
              </a:solidFill>
              <a:latin typeface="楷体" panose="02010609060101010101" pitchFamily="49" charset="-122"/>
              <a:ea typeface="楷体" panose="02010609060101010101" pitchFamily="49" charset="-122"/>
              <a:cs typeface="KaiTi"/>
            </a:endParaRPr>
          </a:p>
          <a:p>
            <a:pPr marL="342900" marR="0" indent="-342900">
              <a:lnSpc>
                <a:spcPct val="150000"/>
              </a:lnSpc>
              <a:spcBef>
                <a:spcPts val="0"/>
              </a:spcBef>
              <a:spcAft>
                <a:spcPts val="0"/>
              </a:spcAft>
              <a:buClr>
                <a:schemeClr val="tx1"/>
              </a:buClr>
              <a:buFont typeface="Wingdings" panose="05000000000000000000" pitchFamily="2" charset="2"/>
              <a:buChar char="Ø"/>
            </a:pPr>
            <a:r>
              <a:rPr lang="zh-CN" altLang="en-US" sz="2400" spc="62">
                <a:solidFill>
                  <a:srgbClr val="FF0000"/>
                </a:solidFill>
                <a:latin typeface="楷体" panose="02010609060101010101" pitchFamily="49" charset="-122"/>
                <a:ea typeface="楷体" panose="02010609060101010101" pitchFamily="49" charset="-122"/>
                <a:cs typeface="KaiTi"/>
              </a:rPr>
              <a:t>被调用者</a:t>
            </a:r>
            <a:r>
              <a:rPr lang="zh-CN" altLang="en-US" sz="2400" spc="63">
                <a:solidFill>
                  <a:srgbClr val="000000"/>
                </a:solidFill>
                <a:latin typeface="楷体" panose="02010609060101010101" pitchFamily="49" charset="-122"/>
                <a:ea typeface="楷体" panose="02010609060101010101" pitchFamily="49" charset="-122"/>
                <a:cs typeface="KaiTi"/>
              </a:rPr>
              <a:t>保存</a:t>
            </a:r>
            <a:r>
              <a:rPr lang="zh-CN" altLang="en-US" sz="2400" spc="63">
                <a:solidFill>
                  <a:srgbClr val="2D84F3"/>
                </a:solidFill>
                <a:latin typeface="楷体" panose="02010609060101010101" pitchFamily="49" charset="-122"/>
                <a:ea typeface="楷体" panose="02010609060101010101" pitchFamily="49" charset="-122"/>
                <a:cs typeface="KaiTi"/>
              </a:rPr>
              <a:t>寄存器值</a:t>
            </a:r>
            <a:r>
              <a:rPr lang="zh-CN" altLang="en-US" sz="2400" spc="63">
                <a:solidFill>
                  <a:srgbClr val="000000"/>
                </a:solidFill>
                <a:latin typeface="楷体" panose="02010609060101010101" pitchFamily="49" charset="-122"/>
                <a:ea typeface="楷体" panose="02010609060101010101" pitchFamily="49" charset="-122"/>
                <a:cs typeface="KaiTi"/>
              </a:rPr>
              <a:t>和</a:t>
            </a:r>
            <a:r>
              <a:rPr lang="zh-CN" altLang="en-US" sz="2400" spc="51">
                <a:solidFill>
                  <a:srgbClr val="2D84F3"/>
                </a:solidFill>
                <a:latin typeface="楷体" panose="02010609060101010101" pitchFamily="49" charset="-122"/>
                <a:ea typeface="楷体" panose="02010609060101010101" pitchFamily="49" charset="-122"/>
                <a:cs typeface="KaiTi"/>
              </a:rPr>
              <a:t>其它</a:t>
            </a:r>
            <a:r>
              <a:rPr lang="zh-CN" altLang="en-US" sz="2400" spc="11">
                <a:solidFill>
                  <a:srgbClr val="2D84F3"/>
                </a:solidFill>
                <a:latin typeface="楷体" panose="02010609060101010101" pitchFamily="49" charset="-122"/>
                <a:ea typeface="楷体" panose="02010609060101010101" pitchFamily="49" charset="-122"/>
                <a:cs typeface="KaiTi"/>
              </a:rPr>
              <a:t>状态信息</a:t>
            </a:r>
          </a:p>
          <a:p>
            <a:pPr marL="342900" marR="0" indent="-342900">
              <a:lnSpc>
                <a:spcPct val="150000"/>
              </a:lnSpc>
              <a:spcBef>
                <a:spcPts val="0"/>
              </a:spcBef>
              <a:spcAft>
                <a:spcPts val="0"/>
              </a:spcAft>
              <a:buClr>
                <a:schemeClr val="tx1"/>
              </a:buClr>
              <a:buFont typeface="Wingdings" panose="05000000000000000000" pitchFamily="2" charset="2"/>
              <a:buChar char="Ø"/>
            </a:pPr>
            <a:r>
              <a:rPr lang="zh-CN" altLang="en-US" sz="2400" spc="105">
                <a:solidFill>
                  <a:srgbClr val="FF0000"/>
                </a:solidFill>
                <a:latin typeface="楷体" panose="02010609060101010101" pitchFamily="49" charset="-122"/>
                <a:ea typeface="楷体" panose="02010609060101010101" pitchFamily="49" charset="-122"/>
                <a:cs typeface="KaiTi"/>
              </a:rPr>
              <a:t>被调用者</a:t>
            </a:r>
            <a:r>
              <a:rPr lang="zh-CN" altLang="en-US" sz="2400" spc="105">
                <a:solidFill>
                  <a:srgbClr val="000000"/>
                </a:solidFill>
                <a:latin typeface="楷体" panose="02010609060101010101" pitchFamily="49" charset="-122"/>
                <a:ea typeface="楷体" panose="02010609060101010101" pitchFamily="49" charset="-122"/>
                <a:cs typeface="KaiTi"/>
              </a:rPr>
              <a:t>初始化其局部数据并</a:t>
            </a:r>
            <a:r>
              <a:rPr lang="zh-CN" altLang="en-US" sz="2400" spc="11">
                <a:solidFill>
                  <a:srgbClr val="000000"/>
                </a:solidFill>
                <a:latin typeface="楷体" panose="02010609060101010101" pitchFamily="49" charset="-122"/>
                <a:ea typeface="楷体" panose="02010609060101010101" pitchFamily="49" charset="-122"/>
                <a:cs typeface="KaiTi"/>
              </a:rPr>
              <a:t>开始执行</a:t>
            </a:r>
            <a:endParaRPr lang="zh-CN" altLang="en-US" sz="2400">
              <a:latin typeface="楷体" panose="02010609060101010101" pitchFamily="49" charset="-122"/>
              <a:ea typeface="楷体" panose="02010609060101010101" pitchFamily="49" charset="-122"/>
            </a:endParaRPr>
          </a:p>
        </p:txBody>
      </p:sp>
      <p:cxnSp>
        <p:nvCxnSpPr>
          <p:cNvPr id="20" name="直接箭头连接符 19">
            <a:extLst>
              <a:ext uri="{FF2B5EF4-FFF2-40B4-BE49-F238E27FC236}">
                <a16:creationId xmlns:a16="http://schemas.microsoft.com/office/drawing/2014/main" id="{81B6CBEC-40D8-E4A9-E01C-EF518D392C15}"/>
              </a:ext>
            </a:extLst>
          </p:cNvPr>
          <p:cNvCxnSpPr/>
          <p:nvPr/>
        </p:nvCxnSpPr>
        <p:spPr bwMode="auto">
          <a:xfrm>
            <a:off x="7364784" y="3346202"/>
            <a:ext cx="576065" cy="0"/>
          </a:xfrm>
          <a:prstGeom prst="straightConnector1">
            <a:avLst/>
          </a:prstGeom>
          <a:solidFill>
            <a:schemeClr val="accent1"/>
          </a:solidFill>
          <a:ln w="12700" cap="flat" cmpd="sng" algn="ctr">
            <a:solidFill>
              <a:srgbClr val="2D84F3"/>
            </a:solidFill>
            <a:prstDash val="lgDash"/>
            <a:round/>
            <a:headEnd type="none" w="med" len="med"/>
            <a:tailEnd type="triangle"/>
          </a:ln>
          <a:effectLst>
            <a:outerShdw dist="17961" dir="2700000" algn="ctr" rotWithShape="0">
              <a:schemeClr val="tx1">
                <a:gamma/>
                <a:shade val="60000"/>
                <a:invGamma/>
              </a:schemeClr>
            </a:outerShdw>
          </a:effectLst>
        </p:spPr>
      </p:cxnSp>
      <p:cxnSp>
        <p:nvCxnSpPr>
          <p:cNvPr id="22" name="直接箭头连接符 21">
            <a:extLst>
              <a:ext uri="{FF2B5EF4-FFF2-40B4-BE49-F238E27FC236}">
                <a16:creationId xmlns:a16="http://schemas.microsoft.com/office/drawing/2014/main" id="{CA4C569F-696A-90DB-525A-D36C6237034B}"/>
              </a:ext>
            </a:extLst>
          </p:cNvPr>
          <p:cNvCxnSpPr/>
          <p:nvPr/>
        </p:nvCxnSpPr>
        <p:spPr bwMode="auto">
          <a:xfrm>
            <a:off x="7364784" y="3490218"/>
            <a:ext cx="576065" cy="2664296"/>
          </a:xfrm>
          <a:prstGeom prst="straightConnector1">
            <a:avLst/>
          </a:prstGeom>
          <a:solidFill>
            <a:schemeClr val="accent1"/>
          </a:solidFill>
          <a:ln w="12700" cap="flat" cmpd="sng" algn="ctr">
            <a:solidFill>
              <a:srgbClr val="2D84F3"/>
            </a:solidFill>
            <a:prstDash val="solid"/>
            <a:round/>
            <a:headEnd type="none" w="med" len="med"/>
            <a:tailEnd type="triangle"/>
          </a:ln>
          <a:effectLst>
            <a:outerShdw dist="17961" dir="2700000" algn="ctr" rotWithShape="0">
              <a:schemeClr val="tx1">
                <a:gamma/>
                <a:shade val="60000"/>
                <a:invGamma/>
              </a:schemeClr>
            </a:outerShdw>
          </a:effectLst>
        </p:spPr>
      </p:cxnSp>
      <p:sp>
        <p:nvSpPr>
          <p:cNvPr id="33" name="箭头: 左弧形 32">
            <a:extLst>
              <a:ext uri="{FF2B5EF4-FFF2-40B4-BE49-F238E27FC236}">
                <a16:creationId xmlns:a16="http://schemas.microsoft.com/office/drawing/2014/main" id="{B24D73C2-758F-7437-63B6-2AB3835045E0}"/>
              </a:ext>
            </a:extLst>
          </p:cNvPr>
          <p:cNvSpPr/>
          <p:nvPr/>
        </p:nvSpPr>
        <p:spPr bwMode="auto">
          <a:xfrm flipV="1">
            <a:off x="7652816" y="3393828"/>
            <a:ext cx="299024" cy="1226406"/>
          </a:xfrm>
          <a:prstGeom prst="curvedRightArrow">
            <a:avLst>
              <a:gd name="adj1" fmla="val 0"/>
              <a:gd name="adj2" fmla="val 23333"/>
              <a:gd name="adj3" fmla="val 25000"/>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34" name="箭头: 左弧形 33">
            <a:extLst>
              <a:ext uri="{FF2B5EF4-FFF2-40B4-BE49-F238E27FC236}">
                <a16:creationId xmlns:a16="http://schemas.microsoft.com/office/drawing/2014/main" id="{3898EC67-47B4-B794-84FE-309013A780A8}"/>
              </a:ext>
            </a:extLst>
          </p:cNvPr>
          <p:cNvSpPr/>
          <p:nvPr/>
        </p:nvSpPr>
        <p:spPr bwMode="auto">
          <a:xfrm flipV="1">
            <a:off x="7642682" y="1004807"/>
            <a:ext cx="299024" cy="1226406"/>
          </a:xfrm>
          <a:prstGeom prst="curvedRightArrow">
            <a:avLst>
              <a:gd name="adj1" fmla="val 0"/>
              <a:gd name="adj2" fmla="val 23333"/>
              <a:gd name="adj3" fmla="val 25000"/>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35" name="文本框 34">
            <a:extLst>
              <a:ext uri="{FF2B5EF4-FFF2-40B4-BE49-F238E27FC236}">
                <a16:creationId xmlns:a16="http://schemas.microsoft.com/office/drawing/2014/main" id="{661F7A3D-BFB5-D575-FFC4-AF55CAFD4462}"/>
              </a:ext>
            </a:extLst>
          </p:cNvPr>
          <p:cNvSpPr txBox="1"/>
          <p:nvPr/>
        </p:nvSpPr>
        <p:spPr>
          <a:xfrm>
            <a:off x="6470521" y="3093036"/>
            <a:ext cx="867545" cy="400110"/>
          </a:xfrm>
          <a:prstGeom prst="rect">
            <a:avLst/>
          </a:prstGeom>
          <a:noFill/>
        </p:spPr>
        <p:txBody>
          <a:bodyPr wrap="none" rtlCol="0">
            <a:spAutoFit/>
          </a:bodyPr>
          <a:lstStyle/>
          <a:p>
            <a:r>
              <a:rPr lang="en-US" altLang="zh-CN" sz="2000" b="1">
                <a:solidFill>
                  <a:srgbClr val="2D84F3"/>
                </a:solidFill>
                <a:latin typeface="Times New Roman" panose="02020603050405020304" pitchFamily="18" charset="0"/>
                <a:cs typeface="Times New Roman" panose="02020603050405020304" pitchFamily="18" charset="0"/>
              </a:rPr>
              <a:t>top-sp</a:t>
            </a:r>
            <a:endParaRPr lang="zh-CN" altLang="en-US" sz="2000" b="1">
              <a:solidFill>
                <a:srgbClr val="2D84F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179616"/>
      </p:ext>
    </p:extLst>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C301C9D-F2D6-35D3-A330-0475C443B25C}"/>
              </a:ext>
            </a:extLst>
          </p:cNvPr>
          <p:cNvGrpSpPr/>
          <p:nvPr/>
        </p:nvGrpSpPr>
        <p:grpSpPr>
          <a:xfrm>
            <a:off x="1028080" y="537890"/>
            <a:ext cx="5688632" cy="540000"/>
            <a:chOff x="1098228" y="755045"/>
            <a:chExt cx="5688632" cy="380567"/>
          </a:xfrm>
        </p:grpSpPr>
        <p:sp>
          <p:nvSpPr>
            <p:cNvPr id="3" name="object 3">
              <a:extLst>
                <a:ext uri="{FF2B5EF4-FFF2-40B4-BE49-F238E27FC236}">
                  <a16:creationId xmlns:a16="http://schemas.microsoft.com/office/drawing/2014/main" id="{200A4BFC-9AC3-A66A-4ACD-8B64C9CF3BC7}"/>
                </a:ext>
              </a:extLst>
            </p:cNvPr>
            <p:cNvSpPr txBox="1"/>
            <p:nvPr/>
          </p:nvSpPr>
          <p:spPr>
            <a:xfrm>
              <a:off x="2280236" y="772162"/>
              <a:ext cx="4506624"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返回序列</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D3CCEC36-1B75-5E2A-A2E8-3127737EB094}"/>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5" name="表格 5">
            <a:extLst>
              <a:ext uri="{FF2B5EF4-FFF2-40B4-BE49-F238E27FC236}">
                <a16:creationId xmlns:a16="http://schemas.microsoft.com/office/drawing/2014/main" id="{DFD54A2E-413A-2F2D-17E9-AE385149CD47}"/>
              </a:ext>
            </a:extLst>
          </p:cNvPr>
          <p:cNvGraphicFramePr>
            <a:graphicFrameLocks noGrp="1"/>
          </p:cNvGraphicFramePr>
          <p:nvPr>
            <p:extLst>
              <p:ext uri="{D42A27DB-BD31-4B8C-83A1-F6EECF244321}">
                <p14:modId xmlns:p14="http://schemas.microsoft.com/office/powerpoint/2010/main" val="3093466321"/>
              </p:ext>
            </p:extLst>
          </p:nvPr>
        </p:nvGraphicFramePr>
        <p:xfrm>
          <a:off x="8012856" y="1618010"/>
          <a:ext cx="2965642" cy="5760720"/>
        </p:xfrm>
        <a:graphic>
          <a:graphicData uri="http://schemas.openxmlformats.org/drawingml/2006/table">
            <a:tbl>
              <a:tblPr firstRow="1" bandRow="1">
                <a:tableStyleId>{5940675A-B579-460E-94D1-54222C63F5DA}</a:tableStyleId>
              </a:tblPr>
              <a:tblGrid>
                <a:gridCol w="1482821">
                  <a:extLst>
                    <a:ext uri="{9D8B030D-6E8A-4147-A177-3AD203B41FA5}">
                      <a16:colId xmlns:a16="http://schemas.microsoft.com/office/drawing/2014/main" val="293500193"/>
                    </a:ext>
                  </a:extLst>
                </a:gridCol>
                <a:gridCol w="1482821">
                  <a:extLst>
                    <a:ext uri="{9D8B030D-6E8A-4147-A177-3AD203B41FA5}">
                      <a16:colId xmlns:a16="http://schemas.microsoft.com/office/drawing/2014/main" val="2262725444"/>
                    </a:ext>
                  </a:extLst>
                </a:gridCol>
              </a:tblGrid>
              <a:tr h="370840">
                <a:tc gridSpan="2">
                  <a:txBody>
                    <a:bodyPr/>
                    <a:lstStyle/>
                    <a:p>
                      <a:pPr algn="ct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tc>
                <a:tc hMerge="1">
                  <a:txBody>
                    <a:bodyPr/>
                    <a:lstStyle/>
                    <a:p>
                      <a:pPr algn="ctr"/>
                      <a:endParaRPr lang="zh-CN" altLang="en-US"/>
                    </a:p>
                  </a:txBody>
                  <a:tcPr anchor="ctr"/>
                </a:tc>
                <a:extLst>
                  <a:ext uri="{0D108BD9-81ED-4DB2-BD59-A6C34878D82A}">
                    <a16:rowId xmlns:a16="http://schemas.microsoft.com/office/drawing/2014/main" val="478763061"/>
                  </a:ext>
                </a:extLst>
              </a:tr>
              <a:tr h="370840">
                <a:tc>
                  <a:txBody>
                    <a:bodyPr/>
                    <a:lstStyle/>
                    <a:p>
                      <a:pPr algn="ctr"/>
                      <a:r>
                        <a:rPr lang="zh-CN" altLang="en-US" sz="2000">
                          <a:latin typeface="楷体" panose="02010609060101010101" pitchFamily="49" charset="-122"/>
                          <a:ea typeface="楷体" panose="02010609060101010101" pitchFamily="49" charset="-122"/>
                        </a:rPr>
                        <a:t>参数</a:t>
                      </a:r>
                    </a:p>
                  </a:txBody>
                  <a:tcPr anchor="ctr"/>
                </a:tc>
                <a:tc>
                  <a:txBody>
                    <a:bodyPr/>
                    <a:lstStyle/>
                    <a:p>
                      <a:pPr algn="ctr"/>
                      <a:r>
                        <a:rPr lang="zh-CN" altLang="en-US" sz="2000">
                          <a:latin typeface="楷体" panose="02010609060101010101" pitchFamily="49" charset="-122"/>
                          <a:ea typeface="楷体" panose="02010609060101010101" pitchFamily="49" charset="-122"/>
                        </a:rPr>
                        <a:t>返回值</a:t>
                      </a:r>
                    </a:p>
                  </a:txBody>
                  <a:tcPr anchor="ctr"/>
                </a:tc>
                <a:extLst>
                  <a:ext uri="{0D108BD9-81ED-4DB2-BD59-A6C34878D82A}">
                    <a16:rowId xmlns:a16="http://schemas.microsoft.com/office/drawing/2014/main" val="1546995993"/>
                  </a:ext>
                </a:extLst>
              </a:tr>
              <a:tr h="370840">
                <a:tc gridSpan="2">
                  <a:txBody>
                    <a:bodyPr/>
                    <a:lstStyle/>
                    <a:p>
                      <a:pPr algn="ctr"/>
                      <a:r>
                        <a:rPr lang="zh-CN" altLang="en-US" sz="2000">
                          <a:latin typeface="楷体" panose="02010609060101010101" pitchFamily="49" charset="-122"/>
                          <a:ea typeface="楷体" panose="02010609060101010101" pitchFamily="49" charset="-122"/>
                        </a:rPr>
                        <a:t>控制链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56976736"/>
                  </a:ext>
                </a:extLst>
              </a:tr>
              <a:tr h="370840">
                <a:tc gridSpan="2">
                  <a:txBody>
                    <a:bodyPr/>
                    <a:lstStyle/>
                    <a:p>
                      <a:pPr algn="ctr"/>
                      <a:r>
                        <a:rPr lang="zh-CN" altLang="en-US" sz="2000">
                          <a:latin typeface="楷体" panose="02010609060101010101" pitchFamily="49" charset="-122"/>
                          <a:ea typeface="楷体" panose="02010609060101010101" pitchFamily="49" charset="-122"/>
                        </a:rPr>
                        <a:t>访问链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962787309"/>
                  </a:ext>
                </a:extLst>
              </a:tr>
              <a:tr h="370840">
                <a:tc gridSpan="2">
                  <a:txBody>
                    <a:bodyPr/>
                    <a:lstStyle/>
                    <a:p>
                      <a:pPr algn="ctr"/>
                      <a:r>
                        <a:rPr lang="zh-CN" altLang="en-US" sz="2000">
                          <a:latin typeface="楷体" panose="02010609060101010101" pitchFamily="49" charset="-122"/>
                          <a:ea typeface="楷体" panose="02010609060101010101" pitchFamily="49" charset="-122"/>
                        </a:rPr>
                        <a:t>保存的机器状态</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893681083"/>
                  </a:ext>
                </a:extLst>
              </a:tr>
              <a:tr h="370840">
                <a:tc gridSpan="2">
                  <a:txBody>
                    <a:bodyPr/>
                    <a:lstStyle/>
                    <a:p>
                      <a:pPr algn="ctr"/>
                      <a:r>
                        <a:rPr lang="zh-CN" altLang="en-US" sz="2000">
                          <a:latin typeface="楷体" panose="02010609060101010101" pitchFamily="49" charset="-122"/>
                          <a:ea typeface="楷体" panose="02010609060101010101" pitchFamily="49" charset="-122"/>
                        </a:rPr>
                        <a:t>局部数据和临时数据</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22421784"/>
                  </a:ext>
                </a:extLst>
              </a:tr>
              <a:tr h="370840">
                <a:tc gridSpan="2">
                  <a:txBody>
                    <a:bodyPr/>
                    <a:lstStyle/>
                    <a:p>
                      <a:pPr marL="0" marR="0" lvl="0" indent="0" algn="ctr" defTabSz="1007486" rtl="0" eaLnBrk="1" fontAlgn="auto" latinLnBrk="0" hangingPunct="1">
                        <a:lnSpc>
                          <a:spcPct val="100000"/>
                        </a:lnSpc>
                        <a:spcBef>
                          <a:spcPts val="0"/>
                        </a:spcBef>
                        <a:spcAft>
                          <a:spcPts val="0"/>
                        </a:spcAft>
                        <a:buClrTx/>
                        <a:buSzTx/>
                        <a:buFontTx/>
                        <a:buNone/>
                        <a:tabLst/>
                        <a:defRPr/>
                      </a:pP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noFill/>
                  </a:tcP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566651454"/>
                  </a:ext>
                </a:extLst>
              </a:tr>
              <a:tr h="370840">
                <a:tc>
                  <a:txBody>
                    <a:bodyPr/>
                    <a:lstStyle/>
                    <a:p>
                      <a:pPr algn="ctr"/>
                      <a:r>
                        <a:rPr lang="zh-CN" altLang="en-US" sz="2000">
                          <a:latin typeface="楷体" panose="02010609060101010101" pitchFamily="49" charset="-122"/>
                          <a:ea typeface="楷体" panose="02010609060101010101" pitchFamily="49" charset="-122"/>
                        </a:rPr>
                        <a:t>参数</a:t>
                      </a:r>
                    </a:p>
                  </a:txBody>
                  <a:tcPr anchor="ctr"/>
                </a:tc>
                <a:tc>
                  <a:txBody>
                    <a:bodyPr/>
                    <a:lstStyle/>
                    <a:p>
                      <a:pPr algn="ctr"/>
                      <a:r>
                        <a:rPr lang="zh-CN" altLang="en-US" sz="2000">
                          <a:solidFill>
                            <a:srgbClr val="2D84F3"/>
                          </a:solidFill>
                          <a:latin typeface="楷体" panose="02010609060101010101" pitchFamily="49" charset="-122"/>
                          <a:ea typeface="楷体" panose="02010609060101010101" pitchFamily="49" charset="-122"/>
                        </a:rPr>
                        <a:t>返回值</a:t>
                      </a:r>
                    </a:p>
                  </a:txBody>
                  <a:tcPr anchor="ctr"/>
                </a:tc>
                <a:extLst>
                  <a:ext uri="{0D108BD9-81ED-4DB2-BD59-A6C34878D82A}">
                    <a16:rowId xmlns:a16="http://schemas.microsoft.com/office/drawing/2014/main" val="1415497144"/>
                  </a:ext>
                </a:extLst>
              </a:tr>
              <a:tr h="370840">
                <a:tc gridSpan="2">
                  <a:txBody>
                    <a:bodyPr/>
                    <a:lstStyle/>
                    <a:p>
                      <a:pPr algn="ctr"/>
                      <a:r>
                        <a:rPr lang="zh-CN" altLang="en-US" sz="2000">
                          <a:latin typeface="楷体" panose="02010609060101010101" pitchFamily="49" charset="-122"/>
                          <a:ea typeface="楷体" panose="02010609060101010101" pitchFamily="49" charset="-122"/>
                        </a:rPr>
                        <a:t>控制链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016849117"/>
                  </a:ext>
                </a:extLst>
              </a:tr>
              <a:tr h="370840">
                <a:tc gridSpan="2">
                  <a:txBody>
                    <a:bodyPr/>
                    <a:lstStyle/>
                    <a:p>
                      <a:pPr algn="ctr"/>
                      <a:r>
                        <a:rPr lang="zh-CN" altLang="en-US" sz="2000">
                          <a:latin typeface="楷体" panose="02010609060101010101" pitchFamily="49" charset="-122"/>
                          <a:ea typeface="楷体" panose="02010609060101010101" pitchFamily="49" charset="-122"/>
                        </a:rPr>
                        <a:t>访问链</a:t>
                      </a:r>
                      <a:endParaRPr lang="en-US" altLang="zh-CN" sz="2000">
                        <a:latin typeface="楷体" panose="02010609060101010101" pitchFamily="49" charset="-122"/>
                        <a:ea typeface="楷体" panose="02010609060101010101" pitchFamily="49" charset="-122"/>
                      </a:endParaRPr>
                    </a:p>
                    <a:p>
                      <a:pPr algn="ctr"/>
                      <a:r>
                        <a:rPr lang="zh-CN" altLang="en-US" sz="2000">
                          <a:latin typeface="楷体" panose="02010609060101010101" pitchFamily="49" charset="-122"/>
                          <a:ea typeface="楷体" panose="02010609060101010101" pitchFamily="49" charset="-122"/>
                        </a:rPr>
                        <a:t>（</a:t>
                      </a:r>
                      <a:r>
                        <a:rPr lang="zh-CN" altLang="en-US" sz="2000">
                          <a:solidFill>
                            <a:srgbClr val="2D84F3"/>
                          </a:solidFill>
                          <a:latin typeface="楷体" panose="02010609060101010101" pitchFamily="49" charset="-122"/>
                          <a:ea typeface="楷体" panose="02010609060101010101" pitchFamily="49" charset="-122"/>
                        </a:rPr>
                        <a:t>包含调用者的</a:t>
                      </a:r>
                      <a:r>
                        <a:rPr lang="en-US" altLang="zh-CN" sz="2000">
                          <a:solidFill>
                            <a:srgbClr val="2D84F3"/>
                          </a:solidFill>
                          <a:latin typeface="楷体" panose="02010609060101010101" pitchFamily="49" charset="-122"/>
                          <a:ea typeface="楷体" panose="02010609060101010101" pitchFamily="49" charset="-122"/>
                        </a:rPr>
                        <a:t>top-sp</a:t>
                      </a:r>
                      <a:r>
                        <a:rPr lang="zh-CN" altLang="en-US" sz="2000">
                          <a:latin typeface="楷体" panose="02010609060101010101" pitchFamily="49" charset="-122"/>
                          <a:ea typeface="楷体" panose="02010609060101010101" pitchFamily="49" charset="-122"/>
                        </a:rPr>
                        <a:t>）</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4229482144"/>
                  </a:ext>
                </a:extLst>
              </a:tr>
              <a:tr h="370840">
                <a:tc gridSpan="2">
                  <a:txBody>
                    <a:bodyPr/>
                    <a:lstStyle/>
                    <a:p>
                      <a:pPr algn="ctr"/>
                      <a:r>
                        <a:rPr lang="zh-CN" altLang="en-US" sz="2000">
                          <a:latin typeface="楷体" panose="02010609060101010101" pitchFamily="49" charset="-122"/>
                          <a:ea typeface="楷体" panose="02010609060101010101" pitchFamily="49" charset="-122"/>
                        </a:rPr>
                        <a:t>保存的机器状态</a:t>
                      </a:r>
                      <a:endParaRPr lang="en-US" altLang="zh-CN" sz="2000">
                        <a:latin typeface="楷体" panose="02010609060101010101" pitchFamily="49" charset="-122"/>
                        <a:ea typeface="楷体" panose="02010609060101010101" pitchFamily="49" charset="-122"/>
                      </a:endParaRPr>
                    </a:p>
                    <a:p>
                      <a:pPr algn="ctr"/>
                      <a:r>
                        <a:rPr lang="zh-CN" altLang="en-US" sz="2000">
                          <a:latin typeface="楷体" panose="02010609060101010101" pitchFamily="49" charset="-122"/>
                          <a:ea typeface="楷体" panose="02010609060101010101" pitchFamily="49" charset="-122"/>
                        </a:rPr>
                        <a:t>（</a:t>
                      </a:r>
                      <a:r>
                        <a:rPr lang="zh-CN" altLang="en-US" sz="2000">
                          <a:solidFill>
                            <a:srgbClr val="2D84F3"/>
                          </a:solidFill>
                          <a:latin typeface="楷体" panose="02010609060101010101" pitchFamily="49" charset="-122"/>
                          <a:ea typeface="楷体" panose="02010609060101010101" pitchFamily="49" charset="-122"/>
                        </a:rPr>
                        <a:t>包含返回地址</a:t>
                      </a:r>
                      <a:r>
                        <a:rPr lang="zh-CN" altLang="en-US" sz="2000">
                          <a:latin typeface="楷体" panose="02010609060101010101" pitchFamily="49" charset="-122"/>
                          <a:ea typeface="楷体" panose="02010609060101010101" pitchFamily="49" charset="-122"/>
                        </a:rPr>
                        <a:t>）</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259592445"/>
                  </a:ext>
                </a:extLst>
              </a:tr>
              <a:tr h="370840">
                <a:tc gridSpan="2">
                  <a:txBody>
                    <a:bodyPr/>
                    <a:lstStyle/>
                    <a:p>
                      <a:pPr algn="ctr"/>
                      <a:r>
                        <a:rPr lang="zh-CN" altLang="en-US" sz="2000">
                          <a:latin typeface="楷体" panose="02010609060101010101" pitchFamily="49" charset="-122"/>
                          <a:ea typeface="楷体" panose="02010609060101010101" pitchFamily="49" charset="-122"/>
                        </a:rPr>
                        <a:t>局部数据和临时数据</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3452175071"/>
                  </a:ext>
                </a:extLst>
              </a:tr>
              <a:tr h="370840">
                <a:tc gridSpan="2">
                  <a:txBody>
                    <a:bodyPr/>
                    <a:lstStyle/>
                    <a:p>
                      <a:pPr marL="0" marR="0" lvl="0" indent="0" algn="ctr" defTabSz="1007486" rtl="0" eaLnBrk="1" fontAlgn="auto" latinLnBrk="0" hangingPunct="1">
                        <a:lnSpc>
                          <a:spcPct val="100000"/>
                        </a:lnSpc>
                        <a:spcBef>
                          <a:spcPts val="0"/>
                        </a:spcBef>
                        <a:spcAft>
                          <a:spcPts val="0"/>
                        </a:spcAft>
                        <a:buClrTx/>
                        <a:buSzTx/>
                        <a:buFontTx/>
                        <a:buNone/>
                        <a:tabLst/>
                        <a:defRPr/>
                      </a:pP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lnB w="12700" cap="flat" cmpd="sng" algn="ctr">
                      <a:noFill/>
                      <a:prstDash val="solid"/>
                      <a:round/>
                      <a:headEnd type="none" w="med" len="med"/>
                      <a:tailEnd type="none" w="med" len="med"/>
                    </a:lnB>
                  </a:tcPr>
                </a:tc>
                <a:tc hMerge="1">
                  <a:txBody>
                    <a:bodyPr/>
                    <a:lstStyle/>
                    <a:p>
                      <a:pPr algn="ctr"/>
                      <a:endParaRPr lang="zh-CN" altLang="en-US"/>
                    </a:p>
                  </a:txBody>
                  <a:tcPr anchor="ctr"/>
                </a:tc>
                <a:extLst>
                  <a:ext uri="{0D108BD9-81ED-4DB2-BD59-A6C34878D82A}">
                    <a16:rowId xmlns:a16="http://schemas.microsoft.com/office/drawing/2014/main" val="3852104761"/>
                  </a:ext>
                </a:extLst>
              </a:tr>
            </a:tbl>
          </a:graphicData>
        </a:graphic>
      </p:graphicFrame>
      <p:cxnSp>
        <p:nvCxnSpPr>
          <p:cNvPr id="9" name="直接连接符 8">
            <a:extLst>
              <a:ext uri="{FF2B5EF4-FFF2-40B4-BE49-F238E27FC236}">
                <a16:creationId xmlns:a16="http://schemas.microsoft.com/office/drawing/2014/main" id="{4262AAB0-4D26-79F7-2CB3-937D317BBB23}"/>
              </a:ext>
            </a:extLst>
          </p:cNvPr>
          <p:cNvCxnSpPr>
            <a:cxnSpLocks/>
          </p:cNvCxnSpPr>
          <p:nvPr/>
        </p:nvCxnSpPr>
        <p:spPr bwMode="auto">
          <a:xfrm>
            <a:off x="11397232" y="2000250"/>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F10817D6-6652-C4A2-6339-F6811684F608}"/>
              </a:ext>
            </a:extLst>
          </p:cNvPr>
          <p:cNvCxnSpPr>
            <a:cxnSpLocks/>
          </p:cNvCxnSpPr>
          <p:nvPr/>
        </p:nvCxnSpPr>
        <p:spPr bwMode="auto">
          <a:xfrm>
            <a:off x="11397232" y="3987800"/>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53E5C43A-DF1B-565E-09F7-5DD96384A555}"/>
              </a:ext>
            </a:extLst>
          </p:cNvPr>
          <p:cNvCxnSpPr>
            <a:cxnSpLocks/>
          </p:cNvCxnSpPr>
          <p:nvPr/>
        </p:nvCxnSpPr>
        <p:spPr bwMode="auto">
          <a:xfrm>
            <a:off x="11397232" y="4386064"/>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66D933BC-B898-EC0F-65E0-1DF5CD1826EC}"/>
              </a:ext>
            </a:extLst>
          </p:cNvPr>
          <p:cNvCxnSpPr>
            <a:cxnSpLocks/>
          </p:cNvCxnSpPr>
          <p:nvPr/>
        </p:nvCxnSpPr>
        <p:spPr bwMode="auto">
          <a:xfrm>
            <a:off x="11397232" y="6370538"/>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A0D26346-57E5-1B1D-1648-EA4CA8D2FE85}"/>
              </a:ext>
            </a:extLst>
          </p:cNvPr>
          <p:cNvCxnSpPr/>
          <p:nvPr/>
        </p:nvCxnSpPr>
        <p:spPr bwMode="auto">
          <a:xfrm>
            <a:off x="11829280" y="2050058"/>
            <a:ext cx="0" cy="1872208"/>
          </a:xfrm>
          <a:prstGeom prst="straightConnector1">
            <a:avLst/>
          </a:prstGeom>
          <a:solidFill>
            <a:schemeClr val="accent1"/>
          </a:solidFill>
          <a:ln w="9525" cap="flat" cmpd="sng" algn="ctr">
            <a:solidFill>
              <a:srgbClr val="0070C0"/>
            </a:solidFill>
            <a:prstDash val="solid"/>
            <a:round/>
            <a:headEnd type="triangle"/>
            <a:tailEnd type="triangle"/>
          </a:ln>
          <a:effectLst>
            <a:outerShdw dist="17961" dir="2700000" algn="ctr" rotWithShape="0">
              <a:schemeClr val="tx1">
                <a:gamma/>
                <a:shade val="60000"/>
                <a:invGamma/>
              </a:schemeClr>
            </a:outerShdw>
          </a:effectLst>
        </p:spPr>
      </p:cxnSp>
      <p:cxnSp>
        <p:nvCxnSpPr>
          <p:cNvPr id="15" name="直接箭头连接符 14">
            <a:extLst>
              <a:ext uri="{FF2B5EF4-FFF2-40B4-BE49-F238E27FC236}">
                <a16:creationId xmlns:a16="http://schemas.microsoft.com/office/drawing/2014/main" id="{88991299-DF97-0217-0B74-FFD511C052AD}"/>
              </a:ext>
            </a:extLst>
          </p:cNvPr>
          <p:cNvCxnSpPr/>
          <p:nvPr/>
        </p:nvCxnSpPr>
        <p:spPr bwMode="auto">
          <a:xfrm>
            <a:off x="11829280" y="4426322"/>
            <a:ext cx="0" cy="1872208"/>
          </a:xfrm>
          <a:prstGeom prst="straightConnector1">
            <a:avLst/>
          </a:prstGeom>
          <a:solidFill>
            <a:schemeClr val="accent1"/>
          </a:solidFill>
          <a:ln w="9525" cap="flat" cmpd="sng" algn="ctr">
            <a:solidFill>
              <a:srgbClr val="0070C0"/>
            </a:solidFill>
            <a:prstDash val="solid"/>
            <a:round/>
            <a:headEnd type="triangle"/>
            <a:tailEnd type="triangle"/>
          </a:ln>
          <a:effectLst>
            <a:outerShdw dist="17961" dir="2700000" algn="ctr" rotWithShape="0">
              <a:schemeClr val="tx1">
                <a:gamma/>
                <a:shade val="60000"/>
                <a:invGamma/>
              </a:schemeClr>
            </a:outerShdw>
          </a:effectLst>
        </p:spPr>
      </p:cxnSp>
      <p:sp>
        <p:nvSpPr>
          <p:cNvPr id="16" name="文本框 15">
            <a:extLst>
              <a:ext uri="{FF2B5EF4-FFF2-40B4-BE49-F238E27FC236}">
                <a16:creationId xmlns:a16="http://schemas.microsoft.com/office/drawing/2014/main" id="{BBDF289F-1EF9-085C-BAFA-DFC01F833CFC}"/>
              </a:ext>
            </a:extLst>
          </p:cNvPr>
          <p:cNvSpPr txBox="1"/>
          <p:nvPr/>
        </p:nvSpPr>
        <p:spPr>
          <a:xfrm>
            <a:off x="11199160" y="2685942"/>
            <a:ext cx="1296143" cy="707886"/>
          </a:xfrm>
          <a:prstGeom prst="rect">
            <a:avLst/>
          </a:prstGeom>
          <a:solidFill>
            <a:schemeClr val="bg1">
              <a:lumMod val="75000"/>
            </a:schemeClr>
          </a:solidFill>
        </p:spPr>
        <p:txBody>
          <a:bodyPr wrap="square" rtlCol="0">
            <a:spAutoFit/>
          </a:bodyPr>
          <a:lstStyle/>
          <a:p>
            <a:r>
              <a:rPr lang="zh-CN" altLang="en-US" sz="2000">
                <a:solidFill>
                  <a:srgbClr val="0070C0"/>
                </a:solidFill>
              </a:rPr>
              <a:t>调用者的活动记录</a:t>
            </a:r>
          </a:p>
        </p:txBody>
      </p:sp>
      <p:sp>
        <p:nvSpPr>
          <p:cNvPr id="17" name="文本框 16">
            <a:extLst>
              <a:ext uri="{FF2B5EF4-FFF2-40B4-BE49-F238E27FC236}">
                <a16:creationId xmlns:a16="http://schemas.microsoft.com/office/drawing/2014/main" id="{2BE34EA0-1BC8-F691-91B9-2BB8A280B6BD}"/>
              </a:ext>
            </a:extLst>
          </p:cNvPr>
          <p:cNvSpPr txBox="1"/>
          <p:nvPr/>
        </p:nvSpPr>
        <p:spPr>
          <a:xfrm>
            <a:off x="11117896" y="5058756"/>
            <a:ext cx="1458670" cy="707886"/>
          </a:xfrm>
          <a:prstGeom prst="rect">
            <a:avLst/>
          </a:prstGeom>
          <a:solidFill>
            <a:schemeClr val="bg1">
              <a:lumMod val="75000"/>
            </a:schemeClr>
          </a:solidFill>
        </p:spPr>
        <p:txBody>
          <a:bodyPr wrap="square" rtlCol="0">
            <a:spAutoFit/>
          </a:bodyPr>
          <a:lstStyle/>
          <a:p>
            <a:r>
              <a:rPr lang="zh-CN" altLang="en-US" sz="2000">
                <a:solidFill>
                  <a:srgbClr val="0070C0"/>
                </a:solidFill>
              </a:rPr>
              <a:t>被调用者的活动记录</a:t>
            </a:r>
          </a:p>
        </p:txBody>
      </p:sp>
      <p:sp>
        <p:nvSpPr>
          <p:cNvPr id="18" name="文本框 17">
            <a:extLst>
              <a:ext uri="{FF2B5EF4-FFF2-40B4-BE49-F238E27FC236}">
                <a16:creationId xmlns:a16="http://schemas.microsoft.com/office/drawing/2014/main" id="{3268989E-9665-DCFD-EA6F-E5808BEFEFB1}"/>
              </a:ext>
            </a:extLst>
          </p:cNvPr>
          <p:cNvSpPr txBox="1"/>
          <p:nvPr/>
        </p:nvSpPr>
        <p:spPr>
          <a:xfrm>
            <a:off x="1054968" y="1376448"/>
            <a:ext cx="5472608" cy="4991751"/>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
                <a:schemeClr val="tx1"/>
              </a:buClr>
              <a:buSzTx/>
              <a:buFont typeface="Wingdings" panose="05000000000000000000" pitchFamily="2" charset="2"/>
              <a:buChar char="Ø"/>
              <a:tabLst/>
              <a:defRPr/>
            </a:pPr>
            <a:r>
              <a:rPr kumimoji="0" lang="zh-CN" altLang="en-US" sz="2400" b="0" i="0" u="none" strike="noStrike" kern="1200" cap="none" spc="10" normalizeH="0" baseline="0" noProof="0">
                <a:ln>
                  <a:noFill/>
                </a:ln>
                <a:solidFill>
                  <a:srgbClr val="FF0000"/>
                </a:solidFill>
                <a:effectLst/>
                <a:uLnTx/>
                <a:uFillTx/>
                <a:latin typeface="楷体" panose="02010609060101010101" pitchFamily="49" charset="-122"/>
                <a:ea typeface="楷体" panose="02010609060101010101" pitchFamily="49" charset="-122"/>
                <a:cs typeface="KaiTi"/>
              </a:rPr>
              <a:t>被调用者</a:t>
            </a: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将</a:t>
            </a:r>
            <a:r>
              <a:rPr kumimoji="0" lang="zh-CN" altLang="en-US" sz="2400" b="0" i="0" u="none" strike="noStrike" kern="1200" cap="none" spc="10" normalizeH="0" baseline="0" noProof="0">
                <a:ln>
                  <a:noFill/>
                </a:ln>
                <a:solidFill>
                  <a:srgbClr val="2D84F3"/>
                </a:solidFill>
                <a:effectLst/>
                <a:uLnTx/>
                <a:uFillTx/>
                <a:latin typeface="楷体" panose="02010609060101010101" pitchFamily="49" charset="-122"/>
                <a:ea typeface="楷体" panose="02010609060101010101" pitchFamily="49" charset="-122"/>
                <a:cs typeface="KaiTi"/>
              </a:rPr>
              <a:t>返回值</a:t>
            </a:r>
            <a:r>
              <a:rPr kumimoji="0" lang="zh-CN" altLang="en-US" sz="2400" b="0" i="0" u="none" strike="noStrike" kern="1200" cap="none" spc="11"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放到与参数</a:t>
            </a: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相邻的位置</a:t>
            </a:r>
          </a:p>
          <a:p>
            <a:pPr marL="342900" marR="0" lvl="0" indent="-342900" algn="l" defTabSz="914400" rtl="0" eaLnBrk="1" fontAlgn="auto" latinLnBrk="0" hangingPunct="1">
              <a:lnSpc>
                <a:spcPct val="150000"/>
              </a:lnSpc>
              <a:spcBef>
                <a:spcPts val="0"/>
              </a:spcBef>
              <a:spcAft>
                <a:spcPts val="0"/>
              </a:spcAft>
              <a:buClr>
                <a:schemeClr val="tx1"/>
              </a:buClr>
              <a:buSzTx/>
              <a:buFont typeface="Wingdings" panose="05000000000000000000" pitchFamily="2" charset="2"/>
              <a:buChar char="Ø"/>
              <a:tabLst/>
              <a:defRPr/>
            </a:pP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使用机器状态字段中的信息，</a:t>
            </a:r>
            <a:r>
              <a:rPr kumimoji="0" lang="zh-CN" altLang="en-US" sz="2400" b="0" i="0" u="none" strike="noStrike" kern="1200" cap="none" spc="10" normalizeH="0" baseline="0" noProof="0">
                <a:ln>
                  <a:noFill/>
                </a:ln>
                <a:solidFill>
                  <a:srgbClr val="FF0000"/>
                </a:solidFill>
                <a:effectLst/>
                <a:uLnTx/>
                <a:uFillTx/>
                <a:latin typeface="楷体" panose="02010609060101010101" pitchFamily="49" charset="-122"/>
                <a:ea typeface="楷体" panose="02010609060101010101" pitchFamily="49" charset="-122"/>
                <a:cs typeface="KaiTi"/>
              </a:rPr>
              <a:t>被调用者</a:t>
            </a:r>
            <a:r>
              <a:rPr kumimoji="0" lang="zh-CN" altLang="en-US" sz="2400" b="0" i="0" u="none" strike="noStrike" kern="1200" cap="none" spc="10" normalizeH="0" baseline="0" noProof="0">
                <a:ln>
                  <a:noFill/>
                </a:ln>
                <a:solidFill>
                  <a:srgbClr val="2D84F3"/>
                </a:solidFill>
                <a:effectLst/>
                <a:uLnTx/>
                <a:uFillTx/>
                <a:latin typeface="楷体" panose="02010609060101010101" pitchFamily="49" charset="-122"/>
                <a:ea typeface="楷体" panose="02010609060101010101" pitchFamily="49" charset="-122"/>
                <a:cs typeface="KaiTi"/>
              </a:rPr>
              <a:t>恢复</a:t>
            </a:r>
            <a:r>
              <a:rPr kumimoji="0" lang="en-US" altLang="zh-CN" sz="2400" b="1" i="1" u="none" strike="noStrike" kern="1200" cap="none" spc="0" normalizeH="0" baseline="0" noProof="0">
                <a:ln>
                  <a:noFill/>
                </a:ln>
                <a:solidFill>
                  <a:srgbClr val="2D84F3"/>
                </a:solidFill>
                <a:effectLst/>
                <a:uLnTx/>
                <a:uFillTx/>
                <a:latin typeface="楷体" panose="02010609060101010101" pitchFamily="49" charset="-122"/>
                <a:ea typeface="楷体" panose="02010609060101010101" pitchFamily="49" charset="-122"/>
                <a:cs typeface="DOSGBW+TimesNewRomanPS-BoldItalicMT"/>
              </a:rPr>
              <a:t>top-sp</a:t>
            </a:r>
            <a:r>
              <a:rPr kumimoji="0" lang="zh-CN" altLang="en-US" sz="2400" b="0" i="0" u="none" strike="noStrike" kern="1200" cap="none" spc="10" normalizeH="0" baseline="0" noProof="0">
                <a:ln>
                  <a:noFill/>
                </a:ln>
                <a:solidFill>
                  <a:srgbClr val="2D84F3"/>
                </a:solidFill>
                <a:effectLst/>
                <a:uLnTx/>
                <a:uFillTx/>
                <a:latin typeface="楷体" panose="02010609060101010101" pitchFamily="49" charset="-122"/>
                <a:ea typeface="楷体" panose="02010609060101010101" pitchFamily="49" charset="-122"/>
                <a:cs typeface="KaiTi"/>
              </a:rPr>
              <a:t>和其它寄存器</a:t>
            </a:r>
            <a:r>
              <a:rPr kumimoji="0" lang="zh-CN" altLang="en-US" sz="2400" b="0" i="0" u="none" strike="noStrike" kern="1200" cap="none" spc="11"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，然后</a:t>
            </a:r>
            <a:r>
              <a:rPr kumimoji="0" lang="zh-CN" altLang="en-US" sz="2400" b="0" i="0" u="none" strike="noStrike" kern="1200" cap="none" spc="11" normalizeH="0" baseline="0" noProof="0">
                <a:ln>
                  <a:noFill/>
                </a:ln>
                <a:solidFill>
                  <a:srgbClr val="2D84F3"/>
                </a:solidFill>
                <a:effectLst/>
                <a:uLnTx/>
                <a:uFillTx/>
                <a:latin typeface="楷体" panose="02010609060101010101" pitchFamily="49" charset="-122"/>
                <a:ea typeface="楷体" panose="02010609060101010101" pitchFamily="49" charset="-122"/>
                <a:cs typeface="KaiTi"/>
              </a:rPr>
              <a:t>跳转到</a:t>
            </a:r>
            <a:r>
              <a:rPr kumimoji="0" lang="zh-CN" altLang="en-US" sz="2400" b="0" i="0" u="none" strike="noStrike" kern="1200" cap="none" spc="11"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由调用者放在机器状态字段中的返回地址</a:t>
            </a:r>
          </a:p>
          <a:p>
            <a:pPr marL="342900" marR="0" lvl="0" indent="-342900" algn="l" defTabSz="914400" rtl="0" eaLnBrk="1" fontAlgn="auto" latinLnBrk="0" hangingPunct="1">
              <a:lnSpc>
                <a:spcPct val="150000"/>
              </a:lnSpc>
              <a:spcBef>
                <a:spcPts val="0"/>
              </a:spcBef>
              <a:spcAft>
                <a:spcPts val="0"/>
              </a:spcAft>
              <a:buClr>
                <a:schemeClr val="tx1"/>
              </a:buClr>
              <a:buSzTx/>
              <a:buFont typeface="Wingdings" panose="05000000000000000000" pitchFamily="2" charset="2"/>
              <a:buChar char="Ø"/>
              <a:tabLst/>
              <a:defRPr/>
            </a:pP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尽管</a:t>
            </a:r>
            <a:r>
              <a:rPr kumimoji="0" lang="en-US" altLang="zh-CN" sz="2400" b="1" i="1" u="none" strike="noStrike" kern="1200" cap="none" spc="0" normalizeH="0" baseline="0" noProof="0">
                <a:ln>
                  <a:noFill/>
                </a:ln>
                <a:solidFill>
                  <a:srgbClr val="000000"/>
                </a:solidFill>
                <a:effectLst/>
                <a:uLnTx/>
                <a:uFillTx/>
                <a:latin typeface="楷体" panose="02010609060101010101" pitchFamily="49" charset="-122"/>
                <a:ea typeface="楷体" panose="02010609060101010101" pitchFamily="49" charset="-122"/>
                <a:cs typeface="DOSGBW+TimesNewRomanPS-BoldItalicMT"/>
              </a:rPr>
              <a:t>top-sp</a:t>
            </a: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已经被修改，但</a:t>
            </a:r>
            <a:r>
              <a:rPr kumimoji="0" lang="zh-CN" altLang="en-US" sz="2400" b="0" i="0" u="none" strike="noStrike" kern="1200" cap="none" spc="0" normalizeH="0" baseline="0" noProof="0">
                <a:ln>
                  <a:noFill/>
                </a:ln>
                <a:solidFill>
                  <a:srgbClr val="FF0000"/>
                </a:solidFill>
                <a:effectLst/>
                <a:uLnTx/>
                <a:uFillTx/>
                <a:latin typeface="楷体" panose="02010609060101010101" pitchFamily="49" charset="-122"/>
                <a:ea typeface="楷体" panose="02010609060101010101" pitchFamily="49" charset="-122"/>
                <a:cs typeface="KaiTi"/>
              </a:rPr>
              <a:t>调</a:t>
            </a:r>
            <a:r>
              <a:rPr kumimoji="0" lang="zh-CN" altLang="en-US" sz="2400" b="0" i="0" u="none" strike="noStrike" kern="1200" cap="none" spc="10" normalizeH="0" baseline="0" noProof="0">
                <a:ln>
                  <a:noFill/>
                </a:ln>
                <a:solidFill>
                  <a:srgbClr val="FF0000"/>
                </a:solidFill>
                <a:effectLst/>
                <a:uLnTx/>
                <a:uFillTx/>
                <a:latin typeface="楷体" panose="02010609060101010101" pitchFamily="49" charset="-122"/>
                <a:ea typeface="楷体" panose="02010609060101010101" pitchFamily="49" charset="-122"/>
                <a:cs typeface="KaiTi"/>
              </a:rPr>
              <a:t>用者</a:t>
            </a:r>
            <a:r>
              <a:rPr kumimoji="0" lang="zh-CN" altLang="en-US" sz="2400" b="0" i="0" u="none" strike="noStrike" kern="1200" cap="none" spc="12"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仍然知道</a:t>
            </a:r>
            <a:r>
              <a:rPr kumimoji="0" lang="zh-CN" altLang="en-US" sz="2400" b="0" i="0" u="none" strike="noStrike" kern="1200" cap="none" spc="11" normalizeH="0" baseline="0" noProof="0">
                <a:ln>
                  <a:noFill/>
                </a:ln>
                <a:solidFill>
                  <a:srgbClr val="2D84F3"/>
                </a:solidFill>
                <a:effectLst/>
                <a:uLnTx/>
                <a:uFillTx/>
                <a:latin typeface="楷体" panose="02010609060101010101" pitchFamily="49" charset="-122"/>
                <a:ea typeface="楷体" panose="02010609060101010101" pitchFamily="49" charset="-122"/>
                <a:cs typeface="KaiTi"/>
              </a:rPr>
              <a:t>返回值</a:t>
            </a:r>
            <a:r>
              <a:rPr kumimoji="0" lang="zh-CN" altLang="en-US" sz="2400" b="0" i="0" u="none" strike="noStrike" kern="1200" cap="none" spc="11"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相对于当</a:t>
            </a: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前</a:t>
            </a:r>
            <a:r>
              <a:rPr kumimoji="0" lang="en-US" altLang="zh-CN" sz="2400" b="1" i="1" u="none" strike="noStrike" kern="1200" cap="none" spc="0" normalizeH="0" baseline="0" noProof="0">
                <a:ln>
                  <a:noFill/>
                </a:ln>
                <a:solidFill>
                  <a:srgbClr val="000000"/>
                </a:solidFill>
                <a:effectLst/>
                <a:uLnTx/>
                <a:uFillTx/>
                <a:latin typeface="楷体" panose="02010609060101010101" pitchFamily="49" charset="-122"/>
                <a:ea typeface="楷体" panose="02010609060101010101" pitchFamily="49" charset="-122"/>
                <a:cs typeface="DOSGBW+TimesNewRomanPS-BoldItalicMT"/>
              </a:rPr>
              <a:t>top-sp</a:t>
            </a:r>
            <a:r>
              <a:rPr kumimoji="0" lang="zh-CN" altLang="en-US" sz="2400" b="0" i="0" u="none" strike="noStrike" kern="1200" cap="none" spc="10"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值的位置。因此，调用</a:t>
            </a:r>
            <a:r>
              <a:rPr kumimoji="0" lang="zh-CN" altLang="en-US" sz="2400" b="0" i="0" u="none" strike="noStrike" kern="1200" cap="none" spc="11" normalizeH="0" baseline="0" noProof="0">
                <a:ln>
                  <a:noFill/>
                </a:ln>
                <a:solidFill>
                  <a:srgbClr val="000000"/>
                </a:solidFill>
                <a:effectLst/>
                <a:uLnTx/>
                <a:uFillTx/>
                <a:latin typeface="楷体" panose="02010609060101010101" pitchFamily="49" charset="-122"/>
                <a:ea typeface="楷体" panose="02010609060101010101" pitchFamily="49" charset="-122"/>
                <a:cs typeface="KaiTi"/>
              </a:rPr>
              <a:t>者可以使用返回值</a:t>
            </a:r>
            <a:endParaRPr kumimoji="0" lang="zh-CN" altLang="en-US" sz="2400" b="0" i="0" u="none" strike="noStrike" kern="1200" cap="none" spc="11"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KaiTi"/>
            </a:endParaRPr>
          </a:p>
        </p:txBody>
      </p:sp>
      <p:cxnSp>
        <p:nvCxnSpPr>
          <p:cNvPr id="20" name="直接箭头连接符 19">
            <a:extLst>
              <a:ext uri="{FF2B5EF4-FFF2-40B4-BE49-F238E27FC236}">
                <a16:creationId xmlns:a16="http://schemas.microsoft.com/office/drawing/2014/main" id="{81B6CBEC-40D8-E4A9-E01C-EF518D392C15}"/>
              </a:ext>
            </a:extLst>
          </p:cNvPr>
          <p:cNvCxnSpPr/>
          <p:nvPr/>
        </p:nvCxnSpPr>
        <p:spPr bwMode="auto">
          <a:xfrm>
            <a:off x="7364784" y="3346202"/>
            <a:ext cx="576065" cy="0"/>
          </a:xfrm>
          <a:prstGeom prst="straightConnector1">
            <a:avLst/>
          </a:prstGeom>
          <a:solidFill>
            <a:schemeClr val="accent1"/>
          </a:solidFill>
          <a:ln w="12700" cap="flat" cmpd="sng" algn="ctr">
            <a:solidFill>
              <a:srgbClr val="2D84F3"/>
            </a:solidFill>
            <a:prstDash val="lgDash"/>
            <a:round/>
            <a:headEnd type="none" w="med" len="med"/>
            <a:tailEnd type="triangle"/>
          </a:ln>
          <a:effectLst>
            <a:outerShdw dist="17961" dir="2700000" algn="ctr" rotWithShape="0">
              <a:schemeClr val="tx1">
                <a:gamma/>
                <a:shade val="60000"/>
                <a:invGamma/>
              </a:schemeClr>
            </a:outerShdw>
          </a:effectLst>
        </p:spPr>
      </p:cxnSp>
      <p:cxnSp>
        <p:nvCxnSpPr>
          <p:cNvPr id="22" name="直接箭头连接符 21">
            <a:extLst>
              <a:ext uri="{FF2B5EF4-FFF2-40B4-BE49-F238E27FC236}">
                <a16:creationId xmlns:a16="http://schemas.microsoft.com/office/drawing/2014/main" id="{CA4C569F-696A-90DB-525A-D36C6237034B}"/>
              </a:ext>
            </a:extLst>
          </p:cNvPr>
          <p:cNvCxnSpPr/>
          <p:nvPr/>
        </p:nvCxnSpPr>
        <p:spPr bwMode="auto">
          <a:xfrm>
            <a:off x="7364784" y="3490218"/>
            <a:ext cx="576065" cy="2664296"/>
          </a:xfrm>
          <a:prstGeom prst="straightConnector1">
            <a:avLst/>
          </a:prstGeom>
          <a:solidFill>
            <a:schemeClr val="accent1"/>
          </a:solidFill>
          <a:ln w="12700" cap="flat" cmpd="sng" algn="ctr">
            <a:solidFill>
              <a:srgbClr val="2D84F3"/>
            </a:solidFill>
            <a:prstDash val="solid"/>
            <a:round/>
            <a:headEnd type="none" w="med" len="med"/>
            <a:tailEnd type="triangle"/>
          </a:ln>
          <a:effectLst>
            <a:outerShdw dist="17961" dir="2700000" algn="ctr" rotWithShape="0">
              <a:schemeClr val="tx1">
                <a:gamma/>
                <a:shade val="60000"/>
                <a:invGamma/>
              </a:schemeClr>
            </a:outerShdw>
          </a:effectLst>
        </p:spPr>
      </p:cxnSp>
      <p:sp>
        <p:nvSpPr>
          <p:cNvPr id="33" name="箭头: 左弧形 32">
            <a:extLst>
              <a:ext uri="{FF2B5EF4-FFF2-40B4-BE49-F238E27FC236}">
                <a16:creationId xmlns:a16="http://schemas.microsoft.com/office/drawing/2014/main" id="{B24D73C2-758F-7437-63B6-2AB3835045E0}"/>
              </a:ext>
            </a:extLst>
          </p:cNvPr>
          <p:cNvSpPr/>
          <p:nvPr/>
        </p:nvSpPr>
        <p:spPr bwMode="auto">
          <a:xfrm flipV="1">
            <a:off x="7652816" y="3393828"/>
            <a:ext cx="299024" cy="1226406"/>
          </a:xfrm>
          <a:prstGeom prst="curvedRightArrow">
            <a:avLst>
              <a:gd name="adj1" fmla="val 0"/>
              <a:gd name="adj2" fmla="val 23333"/>
              <a:gd name="adj3" fmla="val 25000"/>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34" name="箭头: 左弧形 33">
            <a:extLst>
              <a:ext uri="{FF2B5EF4-FFF2-40B4-BE49-F238E27FC236}">
                <a16:creationId xmlns:a16="http://schemas.microsoft.com/office/drawing/2014/main" id="{3898EC67-47B4-B794-84FE-309013A780A8}"/>
              </a:ext>
            </a:extLst>
          </p:cNvPr>
          <p:cNvSpPr/>
          <p:nvPr/>
        </p:nvSpPr>
        <p:spPr bwMode="auto">
          <a:xfrm flipV="1">
            <a:off x="7642682" y="1004807"/>
            <a:ext cx="299024" cy="1226406"/>
          </a:xfrm>
          <a:prstGeom prst="curvedRightArrow">
            <a:avLst>
              <a:gd name="adj1" fmla="val 0"/>
              <a:gd name="adj2" fmla="val 23333"/>
              <a:gd name="adj3" fmla="val 25000"/>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35" name="文本框 34">
            <a:extLst>
              <a:ext uri="{FF2B5EF4-FFF2-40B4-BE49-F238E27FC236}">
                <a16:creationId xmlns:a16="http://schemas.microsoft.com/office/drawing/2014/main" id="{661F7A3D-BFB5-D575-FFC4-AF55CAFD4462}"/>
              </a:ext>
            </a:extLst>
          </p:cNvPr>
          <p:cNvSpPr txBox="1"/>
          <p:nvPr/>
        </p:nvSpPr>
        <p:spPr>
          <a:xfrm>
            <a:off x="6470521" y="3093036"/>
            <a:ext cx="867545" cy="400110"/>
          </a:xfrm>
          <a:prstGeom prst="rect">
            <a:avLst/>
          </a:prstGeom>
          <a:noFill/>
        </p:spPr>
        <p:txBody>
          <a:bodyPr wrap="none" rtlCol="0">
            <a:spAutoFit/>
          </a:bodyPr>
          <a:lstStyle/>
          <a:p>
            <a:r>
              <a:rPr lang="en-US" altLang="zh-CN" sz="2000" b="1">
                <a:solidFill>
                  <a:srgbClr val="2D84F3"/>
                </a:solidFill>
                <a:latin typeface="Times New Roman" panose="02020603050405020304" pitchFamily="18" charset="0"/>
                <a:cs typeface="Times New Roman" panose="02020603050405020304" pitchFamily="18" charset="0"/>
              </a:rPr>
              <a:t>top-sp</a:t>
            </a:r>
            <a:endParaRPr lang="zh-CN" altLang="en-US" sz="2000" b="1">
              <a:solidFill>
                <a:srgbClr val="2D84F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139967"/>
      </p:ext>
    </p:extLst>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C301C9D-F2D6-35D3-A330-0475C443B25C}"/>
              </a:ext>
            </a:extLst>
          </p:cNvPr>
          <p:cNvGrpSpPr/>
          <p:nvPr/>
        </p:nvGrpSpPr>
        <p:grpSpPr>
          <a:xfrm>
            <a:off x="1028080" y="537890"/>
            <a:ext cx="6336704" cy="540000"/>
            <a:chOff x="1098228" y="755045"/>
            <a:chExt cx="6336704" cy="380567"/>
          </a:xfrm>
        </p:grpSpPr>
        <p:sp>
          <p:nvSpPr>
            <p:cNvPr id="3" name="object 3">
              <a:extLst>
                <a:ext uri="{FF2B5EF4-FFF2-40B4-BE49-F238E27FC236}">
                  <a16:creationId xmlns:a16="http://schemas.microsoft.com/office/drawing/2014/main" id="{200A4BFC-9AC3-A66A-4ACD-8B64C9CF3BC7}"/>
                </a:ext>
              </a:extLst>
            </p:cNvPr>
            <p:cNvSpPr txBox="1"/>
            <p:nvPr/>
          </p:nvSpPr>
          <p:spPr>
            <a:xfrm>
              <a:off x="2280236" y="772162"/>
              <a:ext cx="5154696" cy="332093"/>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调用者和被调用者的任务划分</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D3CCEC36-1B75-5E2A-A2E8-3127737EB094}"/>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graphicFrame>
        <p:nvGraphicFramePr>
          <p:cNvPr id="5" name="表格 5">
            <a:extLst>
              <a:ext uri="{FF2B5EF4-FFF2-40B4-BE49-F238E27FC236}">
                <a16:creationId xmlns:a16="http://schemas.microsoft.com/office/drawing/2014/main" id="{DFD54A2E-413A-2F2D-17E9-AE385149CD47}"/>
              </a:ext>
            </a:extLst>
          </p:cNvPr>
          <p:cNvGraphicFramePr>
            <a:graphicFrameLocks noGrp="1"/>
          </p:cNvGraphicFramePr>
          <p:nvPr>
            <p:extLst>
              <p:ext uri="{D42A27DB-BD31-4B8C-83A1-F6EECF244321}">
                <p14:modId xmlns:p14="http://schemas.microsoft.com/office/powerpoint/2010/main" val="1859680349"/>
              </p:ext>
            </p:extLst>
          </p:nvPr>
        </p:nvGraphicFramePr>
        <p:xfrm>
          <a:off x="4802663" y="1618010"/>
          <a:ext cx="2965642" cy="5760720"/>
        </p:xfrm>
        <a:graphic>
          <a:graphicData uri="http://schemas.openxmlformats.org/drawingml/2006/table">
            <a:tbl>
              <a:tblPr firstRow="1" bandRow="1">
                <a:tableStyleId>{5940675A-B579-460E-94D1-54222C63F5DA}</a:tableStyleId>
              </a:tblPr>
              <a:tblGrid>
                <a:gridCol w="1482821">
                  <a:extLst>
                    <a:ext uri="{9D8B030D-6E8A-4147-A177-3AD203B41FA5}">
                      <a16:colId xmlns:a16="http://schemas.microsoft.com/office/drawing/2014/main" val="293500193"/>
                    </a:ext>
                  </a:extLst>
                </a:gridCol>
                <a:gridCol w="1482821">
                  <a:extLst>
                    <a:ext uri="{9D8B030D-6E8A-4147-A177-3AD203B41FA5}">
                      <a16:colId xmlns:a16="http://schemas.microsoft.com/office/drawing/2014/main" val="2262725444"/>
                    </a:ext>
                  </a:extLst>
                </a:gridCol>
              </a:tblGrid>
              <a:tr h="370840">
                <a:tc gridSpan="2">
                  <a:txBody>
                    <a:bodyPr/>
                    <a:lstStyle/>
                    <a:p>
                      <a:pPr algn="ct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tc>
                <a:tc hMerge="1">
                  <a:txBody>
                    <a:bodyPr/>
                    <a:lstStyle/>
                    <a:p>
                      <a:pPr algn="ctr"/>
                      <a:endParaRPr lang="zh-CN" altLang="en-US"/>
                    </a:p>
                  </a:txBody>
                  <a:tcPr anchor="ctr"/>
                </a:tc>
                <a:extLst>
                  <a:ext uri="{0D108BD9-81ED-4DB2-BD59-A6C34878D82A}">
                    <a16:rowId xmlns:a16="http://schemas.microsoft.com/office/drawing/2014/main" val="478763061"/>
                  </a:ext>
                </a:extLst>
              </a:tr>
              <a:tr h="370840">
                <a:tc>
                  <a:txBody>
                    <a:bodyPr/>
                    <a:lstStyle/>
                    <a:p>
                      <a:pPr algn="ctr"/>
                      <a:r>
                        <a:rPr lang="zh-CN" altLang="en-US" sz="2000">
                          <a:latin typeface="楷体" panose="02010609060101010101" pitchFamily="49" charset="-122"/>
                          <a:ea typeface="楷体" panose="02010609060101010101" pitchFamily="49" charset="-122"/>
                        </a:rPr>
                        <a:t>参数</a:t>
                      </a:r>
                    </a:p>
                  </a:txBody>
                  <a:tcPr anchor="ctr"/>
                </a:tc>
                <a:tc>
                  <a:txBody>
                    <a:bodyPr/>
                    <a:lstStyle/>
                    <a:p>
                      <a:pPr algn="ctr"/>
                      <a:r>
                        <a:rPr lang="zh-CN" altLang="en-US" sz="2000">
                          <a:latin typeface="楷体" panose="02010609060101010101" pitchFamily="49" charset="-122"/>
                          <a:ea typeface="楷体" panose="02010609060101010101" pitchFamily="49" charset="-122"/>
                        </a:rPr>
                        <a:t>返回值</a:t>
                      </a:r>
                    </a:p>
                  </a:txBody>
                  <a:tcPr anchor="ctr"/>
                </a:tc>
                <a:extLst>
                  <a:ext uri="{0D108BD9-81ED-4DB2-BD59-A6C34878D82A}">
                    <a16:rowId xmlns:a16="http://schemas.microsoft.com/office/drawing/2014/main" val="1546995993"/>
                  </a:ext>
                </a:extLst>
              </a:tr>
              <a:tr h="370840">
                <a:tc gridSpan="2">
                  <a:txBody>
                    <a:bodyPr/>
                    <a:lstStyle/>
                    <a:p>
                      <a:pPr algn="ctr"/>
                      <a:r>
                        <a:rPr lang="zh-CN" altLang="en-US" sz="2000">
                          <a:latin typeface="楷体" panose="02010609060101010101" pitchFamily="49" charset="-122"/>
                          <a:ea typeface="楷体" panose="02010609060101010101" pitchFamily="49" charset="-122"/>
                        </a:rPr>
                        <a:t>控制链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56976736"/>
                  </a:ext>
                </a:extLst>
              </a:tr>
              <a:tr h="370840">
                <a:tc gridSpan="2">
                  <a:txBody>
                    <a:bodyPr/>
                    <a:lstStyle/>
                    <a:p>
                      <a:pPr algn="ctr"/>
                      <a:r>
                        <a:rPr lang="zh-CN" altLang="en-US" sz="2000">
                          <a:latin typeface="楷体" panose="02010609060101010101" pitchFamily="49" charset="-122"/>
                          <a:ea typeface="楷体" panose="02010609060101010101" pitchFamily="49" charset="-122"/>
                        </a:rPr>
                        <a:t>访问链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962787309"/>
                  </a:ext>
                </a:extLst>
              </a:tr>
              <a:tr h="370840">
                <a:tc gridSpan="2">
                  <a:txBody>
                    <a:bodyPr/>
                    <a:lstStyle/>
                    <a:p>
                      <a:pPr algn="ctr"/>
                      <a:r>
                        <a:rPr lang="zh-CN" altLang="en-US" sz="2000">
                          <a:latin typeface="楷体" panose="02010609060101010101" pitchFamily="49" charset="-122"/>
                          <a:ea typeface="楷体" panose="02010609060101010101" pitchFamily="49" charset="-122"/>
                        </a:rPr>
                        <a:t>保存的机器状态</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893681083"/>
                  </a:ext>
                </a:extLst>
              </a:tr>
              <a:tr h="370840">
                <a:tc gridSpan="2">
                  <a:txBody>
                    <a:bodyPr/>
                    <a:lstStyle/>
                    <a:p>
                      <a:pPr algn="ctr"/>
                      <a:r>
                        <a:rPr lang="zh-CN" altLang="en-US" sz="2000">
                          <a:latin typeface="楷体" panose="02010609060101010101" pitchFamily="49" charset="-122"/>
                          <a:ea typeface="楷体" panose="02010609060101010101" pitchFamily="49" charset="-122"/>
                        </a:rPr>
                        <a:t>局部数据和临时数据</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22421784"/>
                  </a:ext>
                </a:extLst>
              </a:tr>
              <a:tr h="370840">
                <a:tc gridSpan="2">
                  <a:txBody>
                    <a:bodyPr/>
                    <a:lstStyle/>
                    <a:p>
                      <a:pPr marL="0" marR="0" lvl="0" indent="0" algn="ctr" defTabSz="1007486" rtl="0" eaLnBrk="1" fontAlgn="auto" latinLnBrk="0" hangingPunct="1">
                        <a:lnSpc>
                          <a:spcPct val="100000"/>
                        </a:lnSpc>
                        <a:spcBef>
                          <a:spcPts val="0"/>
                        </a:spcBef>
                        <a:spcAft>
                          <a:spcPts val="0"/>
                        </a:spcAft>
                        <a:buClrTx/>
                        <a:buSzTx/>
                        <a:buFontTx/>
                        <a:buNone/>
                        <a:tabLst/>
                        <a:defRPr/>
                      </a:pP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noFill/>
                  </a:tcP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566651454"/>
                  </a:ext>
                </a:extLst>
              </a:tr>
              <a:tr h="370840">
                <a:tc>
                  <a:txBody>
                    <a:bodyPr/>
                    <a:lstStyle/>
                    <a:p>
                      <a:pPr algn="ctr"/>
                      <a:r>
                        <a:rPr lang="zh-CN" altLang="en-US" sz="2000">
                          <a:latin typeface="楷体" panose="02010609060101010101" pitchFamily="49" charset="-122"/>
                          <a:ea typeface="楷体" panose="02010609060101010101" pitchFamily="49" charset="-122"/>
                        </a:rPr>
                        <a:t>参数</a:t>
                      </a:r>
                    </a:p>
                  </a:txBody>
                  <a:tcPr anchor="ctr"/>
                </a:tc>
                <a:tc>
                  <a:txBody>
                    <a:bodyPr/>
                    <a:lstStyle/>
                    <a:p>
                      <a:pPr algn="ctr"/>
                      <a:r>
                        <a:rPr lang="zh-CN" altLang="en-US" sz="2000">
                          <a:solidFill>
                            <a:schemeClr val="tx1"/>
                          </a:solidFill>
                          <a:latin typeface="楷体" panose="02010609060101010101" pitchFamily="49" charset="-122"/>
                          <a:ea typeface="楷体" panose="02010609060101010101" pitchFamily="49" charset="-122"/>
                        </a:rPr>
                        <a:t>返回值</a:t>
                      </a:r>
                    </a:p>
                  </a:txBody>
                  <a:tcPr anchor="ctr"/>
                </a:tc>
                <a:extLst>
                  <a:ext uri="{0D108BD9-81ED-4DB2-BD59-A6C34878D82A}">
                    <a16:rowId xmlns:a16="http://schemas.microsoft.com/office/drawing/2014/main" val="1415497144"/>
                  </a:ext>
                </a:extLst>
              </a:tr>
              <a:tr h="370840">
                <a:tc gridSpan="2">
                  <a:txBody>
                    <a:bodyPr/>
                    <a:lstStyle/>
                    <a:p>
                      <a:pPr algn="ctr"/>
                      <a:r>
                        <a:rPr lang="zh-CN" altLang="en-US" sz="2000">
                          <a:latin typeface="楷体" panose="02010609060101010101" pitchFamily="49" charset="-122"/>
                          <a:ea typeface="楷体" panose="02010609060101010101" pitchFamily="49" charset="-122"/>
                        </a:rPr>
                        <a:t>控制链</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016849117"/>
                  </a:ext>
                </a:extLst>
              </a:tr>
              <a:tr h="370840">
                <a:tc gridSpan="2">
                  <a:txBody>
                    <a:bodyPr/>
                    <a:lstStyle/>
                    <a:p>
                      <a:pPr algn="ctr"/>
                      <a:r>
                        <a:rPr lang="zh-CN" altLang="en-US" sz="2000">
                          <a:latin typeface="楷体" panose="02010609060101010101" pitchFamily="49" charset="-122"/>
                          <a:ea typeface="楷体" panose="02010609060101010101" pitchFamily="49" charset="-122"/>
                        </a:rPr>
                        <a:t>访问链</a:t>
                      </a:r>
                      <a:endParaRPr lang="en-US" altLang="zh-CN" sz="2000">
                        <a:latin typeface="楷体" panose="02010609060101010101" pitchFamily="49" charset="-122"/>
                        <a:ea typeface="楷体" panose="02010609060101010101" pitchFamily="49" charset="-122"/>
                      </a:endParaRPr>
                    </a:p>
                    <a:p>
                      <a:pPr algn="ctr"/>
                      <a:r>
                        <a:rPr lang="zh-CN" altLang="en-US" sz="2000">
                          <a:latin typeface="楷体" panose="02010609060101010101" pitchFamily="49" charset="-122"/>
                          <a:ea typeface="楷体" panose="02010609060101010101" pitchFamily="49" charset="-122"/>
                        </a:rPr>
                        <a:t>（</a:t>
                      </a:r>
                      <a:r>
                        <a:rPr lang="zh-CN" altLang="en-US" sz="2000">
                          <a:solidFill>
                            <a:srgbClr val="2D84F3"/>
                          </a:solidFill>
                          <a:latin typeface="楷体" panose="02010609060101010101" pitchFamily="49" charset="-122"/>
                          <a:ea typeface="楷体" panose="02010609060101010101" pitchFamily="49" charset="-122"/>
                        </a:rPr>
                        <a:t>包含调用者的</a:t>
                      </a:r>
                      <a:r>
                        <a:rPr lang="en-US" altLang="zh-CN" sz="2000">
                          <a:solidFill>
                            <a:srgbClr val="2D84F3"/>
                          </a:solidFill>
                          <a:latin typeface="楷体" panose="02010609060101010101" pitchFamily="49" charset="-122"/>
                          <a:ea typeface="楷体" panose="02010609060101010101" pitchFamily="49" charset="-122"/>
                        </a:rPr>
                        <a:t>top-sp</a:t>
                      </a:r>
                      <a:r>
                        <a:rPr lang="zh-CN" altLang="en-US" sz="2000">
                          <a:latin typeface="楷体" panose="02010609060101010101" pitchFamily="49" charset="-122"/>
                          <a:ea typeface="楷体" panose="02010609060101010101" pitchFamily="49" charset="-122"/>
                        </a:rPr>
                        <a:t>）</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4229482144"/>
                  </a:ext>
                </a:extLst>
              </a:tr>
              <a:tr h="370840">
                <a:tc gridSpan="2">
                  <a:txBody>
                    <a:bodyPr/>
                    <a:lstStyle/>
                    <a:p>
                      <a:pPr algn="ctr"/>
                      <a:r>
                        <a:rPr lang="zh-CN" altLang="en-US" sz="2000">
                          <a:latin typeface="楷体" panose="02010609060101010101" pitchFamily="49" charset="-122"/>
                          <a:ea typeface="楷体" panose="02010609060101010101" pitchFamily="49" charset="-122"/>
                        </a:rPr>
                        <a:t>保存的机器状态</a:t>
                      </a:r>
                      <a:endParaRPr lang="en-US" altLang="zh-CN" sz="2000">
                        <a:latin typeface="楷体" panose="02010609060101010101" pitchFamily="49" charset="-122"/>
                        <a:ea typeface="楷体" panose="02010609060101010101" pitchFamily="49" charset="-122"/>
                      </a:endParaRPr>
                    </a:p>
                    <a:p>
                      <a:pPr algn="ctr"/>
                      <a:r>
                        <a:rPr lang="zh-CN" altLang="en-US" sz="2000">
                          <a:latin typeface="楷体" panose="02010609060101010101" pitchFamily="49" charset="-122"/>
                          <a:ea typeface="楷体" panose="02010609060101010101" pitchFamily="49" charset="-122"/>
                        </a:rPr>
                        <a:t>（</a:t>
                      </a:r>
                      <a:r>
                        <a:rPr lang="zh-CN" altLang="en-US" sz="2000">
                          <a:solidFill>
                            <a:srgbClr val="2D84F3"/>
                          </a:solidFill>
                          <a:latin typeface="楷体" panose="02010609060101010101" pitchFamily="49" charset="-122"/>
                          <a:ea typeface="楷体" panose="02010609060101010101" pitchFamily="49" charset="-122"/>
                        </a:rPr>
                        <a:t>包含返回地址</a:t>
                      </a:r>
                      <a:r>
                        <a:rPr lang="zh-CN" altLang="en-US" sz="2000">
                          <a:latin typeface="楷体" panose="02010609060101010101" pitchFamily="49" charset="-122"/>
                          <a:ea typeface="楷体" panose="02010609060101010101" pitchFamily="49" charset="-122"/>
                        </a:rPr>
                        <a:t>）</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259592445"/>
                  </a:ext>
                </a:extLst>
              </a:tr>
              <a:tr h="370840">
                <a:tc gridSpan="2">
                  <a:txBody>
                    <a:bodyPr/>
                    <a:lstStyle/>
                    <a:p>
                      <a:pPr algn="ctr"/>
                      <a:r>
                        <a:rPr lang="zh-CN" altLang="en-US" sz="2000">
                          <a:latin typeface="楷体" panose="02010609060101010101" pitchFamily="49" charset="-122"/>
                          <a:ea typeface="楷体" panose="02010609060101010101" pitchFamily="49" charset="-122"/>
                        </a:rPr>
                        <a:t>局部数据和临时数据</a:t>
                      </a:r>
                    </a:p>
                  </a:txBody>
                  <a:tcPr anchor="ctr"/>
                </a:tc>
                <a:tc hMerge="1">
                  <a:txBody>
                    <a:bodyPr/>
                    <a:lstStyle/>
                    <a:p>
                      <a:pPr algn="ctr"/>
                      <a:endParaRPr lang="zh-CN" altLang="en-US" sz="200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3452175071"/>
                  </a:ext>
                </a:extLst>
              </a:tr>
              <a:tr h="370840">
                <a:tc gridSpan="2">
                  <a:txBody>
                    <a:bodyPr/>
                    <a:lstStyle/>
                    <a:p>
                      <a:pPr marL="0" marR="0" lvl="0" indent="0" algn="ctr" defTabSz="1007486" rtl="0" eaLnBrk="1" fontAlgn="auto" latinLnBrk="0" hangingPunct="1">
                        <a:lnSpc>
                          <a:spcPct val="100000"/>
                        </a:lnSpc>
                        <a:spcBef>
                          <a:spcPts val="0"/>
                        </a:spcBef>
                        <a:spcAft>
                          <a:spcPts val="0"/>
                        </a:spcAft>
                        <a:buClrTx/>
                        <a:buSzTx/>
                        <a:buFontTx/>
                        <a:buNone/>
                        <a:tabLst/>
                        <a:defRPr/>
                      </a:pPr>
                      <a:r>
                        <a:rPr lang="zh-CN" altLang="en-US" sz="2000">
                          <a:latin typeface="楷体" panose="02010609060101010101" pitchFamily="49" charset="-122"/>
                          <a:ea typeface="楷体" panose="02010609060101010101" pitchFamily="49" charset="-122"/>
                          <a:sym typeface="Symbol" panose="05050102010706020507" pitchFamily="18" charset="2"/>
                        </a:rPr>
                        <a:t></a:t>
                      </a:r>
                      <a:endParaRPr lang="zh-CN" altLang="en-US" sz="2000">
                        <a:latin typeface="楷体" panose="02010609060101010101" pitchFamily="49" charset="-122"/>
                        <a:ea typeface="楷体" panose="02010609060101010101" pitchFamily="49" charset="-122"/>
                      </a:endParaRPr>
                    </a:p>
                  </a:txBody>
                  <a:tcPr anchor="ctr">
                    <a:lnB w="12700" cap="flat" cmpd="sng" algn="ctr">
                      <a:noFill/>
                      <a:prstDash val="solid"/>
                      <a:round/>
                      <a:headEnd type="none" w="med" len="med"/>
                      <a:tailEnd type="none" w="med" len="med"/>
                    </a:lnB>
                  </a:tcPr>
                </a:tc>
                <a:tc hMerge="1">
                  <a:txBody>
                    <a:bodyPr/>
                    <a:lstStyle/>
                    <a:p>
                      <a:pPr algn="ctr"/>
                      <a:endParaRPr lang="zh-CN" altLang="en-US"/>
                    </a:p>
                  </a:txBody>
                  <a:tcPr anchor="ctr"/>
                </a:tc>
                <a:extLst>
                  <a:ext uri="{0D108BD9-81ED-4DB2-BD59-A6C34878D82A}">
                    <a16:rowId xmlns:a16="http://schemas.microsoft.com/office/drawing/2014/main" val="3852104761"/>
                  </a:ext>
                </a:extLst>
              </a:tr>
            </a:tbl>
          </a:graphicData>
        </a:graphic>
      </p:graphicFrame>
      <p:grpSp>
        <p:nvGrpSpPr>
          <p:cNvPr id="6" name="组合 5">
            <a:extLst>
              <a:ext uri="{FF2B5EF4-FFF2-40B4-BE49-F238E27FC236}">
                <a16:creationId xmlns:a16="http://schemas.microsoft.com/office/drawing/2014/main" id="{2CDC7B01-D587-028B-B831-4AB64A28E60A}"/>
              </a:ext>
            </a:extLst>
          </p:cNvPr>
          <p:cNvGrpSpPr/>
          <p:nvPr/>
        </p:nvGrpSpPr>
        <p:grpSpPr>
          <a:xfrm>
            <a:off x="3260328" y="1004807"/>
            <a:ext cx="6106045" cy="5365731"/>
            <a:chOff x="3260328" y="1004807"/>
            <a:chExt cx="6106045" cy="5365731"/>
          </a:xfrm>
        </p:grpSpPr>
        <p:cxnSp>
          <p:nvCxnSpPr>
            <p:cNvPr id="9" name="直接连接符 8">
              <a:extLst>
                <a:ext uri="{FF2B5EF4-FFF2-40B4-BE49-F238E27FC236}">
                  <a16:creationId xmlns:a16="http://schemas.microsoft.com/office/drawing/2014/main" id="{4262AAB0-4D26-79F7-2CB3-937D317BBB23}"/>
                </a:ext>
              </a:extLst>
            </p:cNvPr>
            <p:cNvCxnSpPr>
              <a:cxnSpLocks/>
            </p:cNvCxnSpPr>
            <p:nvPr/>
          </p:nvCxnSpPr>
          <p:spPr bwMode="auto">
            <a:xfrm>
              <a:off x="8187039" y="2000250"/>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F10817D6-6652-C4A2-6339-F6811684F608}"/>
                </a:ext>
              </a:extLst>
            </p:cNvPr>
            <p:cNvCxnSpPr>
              <a:cxnSpLocks/>
            </p:cNvCxnSpPr>
            <p:nvPr/>
          </p:nvCxnSpPr>
          <p:spPr bwMode="auto">
            <a:xfrm>
              <a:off x="8187039" y="3987800"/>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53E5C43A-DF1B-565E-09F7-5DD96384A555}"/>
                </a:ext>
              </a:extLst>
            </p:cNvPr>
            <p:cNvCxnSpPr>
              <a:cxnSpLocks/>
            </p:cNvCxnSpPr>
            <p:nvPr/>
          </p:nvCxnSpPr>
          <p:spPr bwMode="auto">
            <a:xfrm>
              <a:off x="8187039" y="4386064"/>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66D933BC-B898-EC0F-65E0-1DF5CD1826EC}"/>
                </a:ext>
              </a:extLst>
            </p:cNvPr>
            <p:cNvCxnSpPr>
              <a:cxnSpLocks/>
            </p:cNvCxnSpPr>
            <p:nvPr/>
          </p:nvCxnSpPr>
          <p:spPr bwMode="auto">
            <a:xfrm>
              <a:off x="8187039" y="6370538"/>
              <a:ext cx="900000" cy="0"/>
            </a:xfrm>
            <a:prstGeom prst="line">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A0D26346-57E5-1B1D-1648-EA4CA8D2FE85}"/>
                </a:ext>
              </a:extLst>
            </p:cNvPr>
            <p:cNvCxnSpPr/>
            <p:nvPr/>
          </p:nvCxnSpPr>
          <p:spPr bwMode="auto">
            <a:xfrm>
              <a:off x="8619087" y="2050058"/>
              <a:ext cx="0" cy="1872208"/>
            </a:xfrm>
            <a:prstGeom prst="straightConnector1">
              <a:avLst/>
            </a:prstGeom>
            <a:solidFill>
              <a:schemeClr val="accent1"/>
            </a:solidFill>
            <a:ln w="9525" cap="flat" cmpd="sng" algn="ctr">
              <a:solidFill>
                <a:srgbClr val="0070C0"/>
              </a:solidFill>
              <a:prstDash val="solid"/>
              <a:round/>
              <a:headEnd type="triangle"/>
              <a:tailEnd type="triangle"/>
            </a:ln>
            <a:effectLst>
              <a:outerShdw dist="17961" dir="2700000" algn="ctr" rotWithShape="0">
                <a:schemeClr val="tx1">
                  <a:gamma/>
                  <a:shade val="60000"/>
                  <a:invGamma/>
                </a:schemeClr>
              </a:outerShdw>
            </a:effectLst>
          </p:spPr>
        </p:cxnSp>
        <p:cxnSp>
          <p:nvCxnSpPr>
            <p:cNvPr id="15" name="直接箭头连接符 14">
              <a:extLst>
                <a:ext uri="{FF2B5EF4-FFF2-40B4-BE49-F238E27FC236}">
                  <a16:creationId xmlns:a16="http://schemas.microsoft.com/office/drawing/2014/main" id="{88991299-DF97-0217-0B74-FFD511C052AD}"/>
                </a:ext>
              </a:extLst>
            </p:cNvPr>
            <p:cNvCxnSpPr/>
            <p:nvPr/>
          </p:nvCxnSpPr>
          <p:spPr bwMode="auto">
            <a:xfrm>
              <a:off x="8619087" y="4426322"/>
              <a:ext cx="0" cy="1872208"/>
            </a:xfrm>
            <a:prstGeom prst="straightConnector1">
              <a:avLst/>
            </a:prstGeom>
            <a:solidFill>
              <a:schemeClr val="accent1"/>
            </a:solidFill>
            <a:ln w="9525" cap="flat" cmpd="sng" algn="ctr">
              <a:solidFill>
                <a:srgbClr val="0070C0"/>
              </a:solidFill>
              <a:prstDash val="solid"/>
              <a:round/>
              <a:headEnd type="triangle"/>
              <a:tailEnd type="triangle"/>
            </a:ln>
            <a:effectLst>
              <a:outerShdw dist="17961" dir="2700000" algn="ctr" rotWithShape="0">
                <a:schemeClr val="tx1">
                  <a:gamma/>
                  <a:shade val="60000"/>
                  <a:invGamma/>
                </a:schemeClr>
              </a:outerShdw>
            </a:effectLst>
          </p:spPr>
        </p:cxnSp>
        <p:sp>
          <p:nvSpPr>
            <p:cNvPr id="16" name="文本框 15">
              <a:extLst>
                <a:ext uri="{FF2B5EF4-FFF2-40B4-BE49-F238E27FC236}">
                  <a16:creationId xmlns:a16="http://schemas.microsoft.com/office/drawing/2014/main" id="{BBDF289F-1EF9-085C-BAFA-DFC01F833CFC}"/>
                </a:ext>
              </a:extLst>
            </p:cNvPr>
            <p:cNvSpPr txBox="1"/>
            <p:nvPr/>
          </p:nvSpPr>
          <p:spPr>
            <a:xfrm>
              <a:off x="7988967" y="2685942"/>
              <a:ext cx="1296143" cy="707886"/>
            </a:xfrm>
            <a:prstGeom prst="rect">
              <a:avLst/>
            </a:prstGeom>
            <a:solidFill>
              <a:schemeClr val="bg1">
                <a:lumMod val="75000"/>
              </a:schemeClr>
            </a:solidFill>
          </p:spPr>
          <p:txBody>
            <a:bodyPr wrap="square" rtlCol="0">
              <a:spAutoFit/>
            </a:bodyPr>
            <a:lstStyle/>
            <a:p>
              <a:r>
                <a:rPr lang="zh-CN" altLang="en-US" sz="2000">
                  <a:solidFill>
                    <a:srgbClr val="0070C0"/>
                  </a:solidFill>
                </a:rPr>
                <a:t>调用者的活动记录</a:t>
              </a:r>
            </a:p>
          </p:txBody>
        </p:sp>
        <p:sp>
          <p:nvSpPr>
            <p:cNvPr id="17" name="文本框 16">
              <a:extLst>
                <a:ext uri="{FF2B5EF4-FFF2-40B4-BE49-F238E27FC236}">
                  <a16:creationId xmlns:a16="http://schemas.microsoft.com/office/drawing/2014/main" id="{2BE34EA0-1BC8-F691-91B9-2BB8A280B6BD}"/>
                </a:ext>
              </a:extLst>
            </p:cNvPr>
            <p:cNvSpPr txBox="1"/>
            <p:nvPr/>
          </p:nvSpPr>
          <p:spPr>
            <a:xfrm>
              <a:off x="7907703" y="5058756"/>
              <a:ext cx="1458670" cy="707886"/>
            </a:xfrm>
            <a:prstGeom prst="rect">
              <a:avLst/>
            </a:prstGeom>
            <a:solidFill>
              <a:schemeClr val="bg1">
                <a:lumMod val="75000"/>
              </a:schemeClr>
            </a:solidFill>
          </p:spPr>
          <p:txBody>
            <a:bodyPr wrap="square" rtlCol="0">
              <a:spAutoFit/>
            </a:bodyPr>
            <a:lstStyle/>
            <a:p>
              <a:r>
                <a:rPr lang="zh-CN" altLang="en-US" sz="2000">
                  <a:solidFill>
                    <a:srgbClr val="0070C0"/>
                  </a:solidFill>
                </a:rPr>
                <a:t>被调用者的活动记录</a:t>
              </a:r>
            </a:p>
          </p:txBody>
        </p:sp>
        <p:cxnSp>
          <p:nvCxnSpPr>
            <p:cNvPr id="20" name="直接箭头连接符 19">
              <a:extLst>
                <a:ext uri="{FF2B5EF4-FFF2-40B4-BE49-F238E27FC236}">
                  <a16:creationId xmlns:a16="http://schemas.microsoft.com/office/drawing/2014/main" id="{81B6CBEC-40D8-E4A9-E01C-EF518D392C15}"/>
                </a:ext>
              </a:extLst>
            </p:cNvPr>
            <p:cNvCxnSpPr/>
            <p:nvPr/>
          </p:nvCxnSpPr>
          <p:spPr bwMode="auto">
            <a:xfrm>
              <a:off x="4154591" y="3346202"/>
              <a:ext cx="576065" cy="0"/>
            </a:xfrm>
            <a:prstGeom prst="straightConnector1">
              <a:avLst/>
            </a:prstGeom>
            <a:solidFill>
              <a:schemeClr val="accent1"/>
            </a:solidFill>
            <a:ln w="12700" cap="flat" cmpd="sng" algn="ctr">
              <a:solidFill>
                <a:srgbClr val="2D84F3"/>
              </a:solidFill>
              <a:prstDash val="lgDash"/>
              <a:round/>
              <a:headEnd type="none" w="med" len="med"/>
              <a:tailEnd type="triangle"/>
            </a:ln>
            <a:effectLst>
              <a:outerShdw dist="17961" dir="2700000" algn="ctr" rotWithShape="0">
                <a:schemeClr val="tx1">
                  <a:gamma/>
                  <a:shade val="60000"/>
                  <a:invGamma/>
                </a:schemeClr>
              </a:outerShdw>
            </a:effectLst>
          </p:spPr>
        </p:cxnSp>
        <p:cxnSp>
          <p:nvCxnSpPr>
            <p:cNvPr id="22" name="直接箭头连接符 21">
              <a:extLst>
                <a:ext uri="{FF2B5EF4-FFF2-40B4-BE49-F238E27FC236}">
                  <a16:creationId xmlns:a16="http://schemas.microsoft.com/office/drawing/2014/main" id="{CA4C569F-696A-90DB-525A-D36C6237034B}"/>
                </a:ext>
              </a:extLst>
            </p:cNvPr>
            <p:cNvCxnSpPr/>
            <p:nvPr/>
          </p:nvCxnSpPr>
          <p:spPr bwMode="auto">
            <a:xfrm>
              <a:off x="4154591" y="3490218"/>
              <a:ext cx="576065" cy="2664296"/>
            </a:xfrm>
            <a:prstGeom prst="straightConnector1">
              <a:avLst/>
            </a:prstGeom>
            <a:solidFill>
              <a:schemeClr val="accent1"/>
            </a:solidFill>
            <a:ln w="12700" cap="flat" cmpd="sng" algn="ctr">
              <a:solidFill>
                <a:srgbClr val="2D84F3"/>
              </a:solidFill>
              <a:prstDash val="solid"/>
              <a:round/>
              <a:headEnd type="none" w="med" len="med"/>
              <a:tailEnd type="triangle"/>
            </a:ln>
            <a:effectLst>
              <a:outerShdw dist="17961" dir="2700000" algn="ctr" rotWithShape="0">
                <a:schemeClr val="tx1">
                  <a:gamma/>
                  <a:shade val="60000"/>
                  <a:invGamma/>
                </a:schemeClr>
              </a:outerShdw>
            </a:effectLst>
          </p:spPr>
        </p:cxnSp>
        <p:sp>
          <p:nvSpPr>
            <p:cNvPr id="33" name="箭头: 左弧形 32">
              <a:extLst>
                <a:ext uri="{FF2B5EF4-FFF2-40B4-BE49-F238E27FC236}">
                  <a16:creationId xmlns:a16="http://schemas.microsoft.com/office/drawing/2014/main" id="{B24D73C2-758F-7437-63B6-2AB3835045E0}"/>
                </a:ext>
              </a:extLst>
            </p:cNvPr>
            <p:cNvSpPr/>
            <p:nvPr/>
          </p:nvSpPr>
          <p:spPr bwMode="auto">
            <a:xfrm flipV="1">
              <a:off x="4442623" y="3393828"/>
              <a:ext cx="299024" cy="1226406"/>
            </a:xfrm>
            <a:prstGeom prst="curvedRightArrow">
              <a:avLst>
                <a:gd name="adj1" fmla="val 0"/>
                <a:gd name="adj2" fmla="val 23333"/>
                <a:gd name="adj3" fmla="val 25000"/>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34" name="箭头: 左弧形 33">
              <a:extLst>
                <a:ext uri="{FF2B5EF4-FFF2-40B4-BE49-F238E27FC236}">
                  <a16:creationId xmlns:a16="http://schemas.microsoft.com/office/drawing/2014/main" id="{3898EC67-47B4-B794-84FE-309013A780A8}"/>
                </a:ext>
              </a:extLst>
            </p:cNvPr>
            <p:cNvSpPr/>
            <p:nvPr/>
          </p:nvSpPr>
          <p:spPr bwMode="auto">
            <a:xfrm flipV="1">
              <a:off x="4432489" y="1004807"/>
              <a:ext cx="299024" cy="1226406"/>
            </a:xfrm>
            <a:prstGeom prst="curvedRightArrow">
              <a:avLst>
                <a:gd name="adj1" fmla="val 0"/>
                <a:gd name="adj2" fmla="val 23333"/>
                <a:gd name="adj3" fmla="val 25000"/>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35" name="文本框 34">
              <a:extLst>
                <a:ext uri="{FF2B5EF4-FFF2-40B4-BE49-F238E27FC236}">
                  <a16:creationId xmlns:a16="http://schemas.microsoft.com/office/drawing/2014/main" id="{661F7A3D-BFB5-D575-FFC4-AF55CAFD4462}"/>
                </a:ext>
              </a:extLst>
            </p:cNvPr>
            <p:cNvSpPr txBox="1"/>
            <p:nvPr/>
          </p:nvSpPr>
          <p:spPr>
            <a:xfrm>
              <a:off x="3260328" y="3093036"/>
              <a:ext cx="867545" cy="400110"/>
            </a:xfrm>
            <a:prstGeom prst="rect">
              <a:avLst/>
            </a:prstGeom>
            <a:noFill/>
          </p:spPr>
          <p:txBody>
            <a:bodyPr wrap="none" rtlCol="0">
              <a:spAutoFit/>
            </a:bodyPr>
            <a:lstStyle/>
            <a:p>
              <a:r>
                <a:rPr lang="en-US" altLang="zh-CN" sz="2000" b="1">
                  <a:solidFill>
                    <a:srgbClr val="2D84F3"/>
                  </a:solidFill>
                  <a:latin typeface="Times New Roman" panose="02020603050405020304" pitchFamily="18" charset="0"/>
                  <a:cs typeface="Times New Roman" panose="02020603050405020304" pitchFamily="18" charset="0"/>
                </a:rPr>
                <a:t>top-sp</a:t>
              </a:r>
              <a:endParaRPr lang="zh-CN" altLang="en-US" sz="2000" b="1">
                <a:solidFill>
                  <a:srgbClr val="2D84F3"/>
                </a:solidFill>
                <a:latin typeface="Times New Roman" panose="02020603050405020304" pitchFamily="18" charset="0"/>
                <a:cs typeface="Times New Roman" panose="02020603050405020304" pitchFamily="18" charset="0"/>
              </a:endParaRPr>
            </a:p>
          </p:txBody>
        </p:sp>
      </p:grpSp>
      <p:sp>
        <p:nvSpPr>
          <p:cNvPr id="7" name="文本框 6">
            <a:extLst>
              <a:ext uri="{FF2B5EF4-FFF2-40B4-BE49-F238E27FC236}">
                <a16:creationId xmlns:a16="http://schemas.microsoft.com/office/drawing/2014/main" id="{61508C2B-5C2C-74FB-7F22-A75878D229B7}"/>
              </a:ext>
            </a:extLst>
          </p:cNvPr>
          <p:cNvSpPr txBox="1"/>
          <p:nvPr/>
        </p:nvSpPr>
        <p:spPr>
          <a:xfrm>
            <a:off x="1367869" y="2786107"/>
            <a:ext cx="1467068" cy="400110"/>
          </a:xfrm>
          <a:prstGeom prst="rect">
            <a:avLst/>
          </a:prstGeom>
          <a:noFill/>
        </p:spPr>
        <p:txBody>
          <a:bodyPr wrap="none" rtlCol="0">
            <a:spAutoFit/>
          </a:bodyPr>
          <a:lstStyle/>
          <a:p>
            <a:r>
              <a:rPr lang="zh-CN" altLang="en-US" sz="2000">
                <a:solidFill>
                  <a:srgbClr val="FF0000"/>
                </a:solidFill>
              </a:rPr>
              <a:t>调用者更新</a:t>
            </a:r>
          </a:p>
        </p:txBody>
      </p:sp>
      <p:sp>
        <p:nvSpPr>
          <p:cNvPr id="23" name="文本框 22">
            <a:extLst>
              <a:ext uri="{FF2B5EF4-FFF2-40B4-BE49-F238E27FC236}">
                <a16:creationId xmlns:a16="http://schemas.microsoft.com/office/drawing/2014/main" id="{3A4F1EA6-C65C-4D5A-1CAF-8FB810C68D67}"/>
              </a:ext>
            </a:extLst>
          </p:cNvPr>
          <p:cNvSpPr txBox="1"/>
          <p:nvPr/>
        </p:nvSpPr>
        <p:spPr>
          <a:xfrm>
            <a:off x="1111388" y="3365252"/>
            <a:ext cx="1723549" cy="400110"/>
          </a:xfrm>
          <a:prstGeom prst="rect">
            <a:avLst/>
          </a:prstGeom>
          <a:noFill/>
        </p:spPr>
        <p:txBody>
          <a:bodyPr wrap="none" rtlCol="0">
            <a:spAutoFit/>
          </a:bodyPr>
          <a:lstStyle/>
          <a:p>
            <a:r>
              <a:rPr lang="zh-CN" altLang="en-US" sz="2000">
                <a:solidFill>
                  <a:srgbClr val="FF0000"/>
                </a:solidFill>
              </a:rPr>
              <a:t>被调用者恢复</a:t>
            </a:r>
          </a:p>
        </p:txBody>
      </p:sp>
      <p:sp>
        <p:nvSpPr>
          <p:cNvPr id="8" name="右大括号 7">
            <a:extLst>
              <a:ext uri="{FF2B5EF4-FFF2-40B4-BE49-F238E27FC236}">
                <a16:creationId xmlns:a16="http://schemas.microsoft.com/office/drawing/2014/main" id="{7302954E-71D7-6D8C-65AF-496F916D2C22}"/>
              </a:ext>
            </a:extLst>
          </p:cNvPr>
          <p:cNvSpPr/>
          <p:nvPr/>
        </p:nvSpPr>
        <p:spPr bwMode="auto">
          <a:xfrm>
            <a:off x="2867426" y="2986162"/>
            <a:ext cx="392902" cy="648072"/>
          </a:xfrm>
          <a:prstGeom prst="rightBrace">
            <a:avLst/>
          </a:prstGeom>
          <a:no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800" b="0" i="0" u="none" strike="noStrike" cap="none" normalizeH="0" baseline="0">
              <a:ln>
                <a:noFill/>
              </a:ln>
              <a:solidFill>
                <a:schemeClr val="tx1"/>
              </a:solidFill>
              <a:effectLst/>
              <a:latin typeface="Verdana" pitchFamily="34" charset="0"/>
              <a:ea typeface="宋体" pitchFamily="2" charset="-122"/>
            </a:endParaRPr>
          </a:p>
        </p:txBody>
      </p:sp>
      <p:sp>
        <p:nvSpPr>
          <p:cNvPr id="24" name="文本框 23">
            <a:extLst>
              <a:ext uri="{FF2B5EF4-FFF2-40B4-BE49-F238E27FC236}">
                <a16:creationId xmlns:a16="http://schemas.microsoft.com/office/drawing/2014/main" id="{49A869BF-93A9-2D01-A2FA-FD1B809698BE}"/>
              </a:ext>
            </a:extLst>
          </p:cNvPr>
          <p:cNvSpPr txBox="1"/>
          <p:nvPr/>
        </p:nvSpPr>
        <p:spPr>
          <a:xfrm>
            <a:off x="1476554" y="4738872"/>
            <a:ext cx="1467068" cy="400110"/>
          </a:xfrm>
          <a:prstGeom prst="rect">
            <a:avLst/>
          </a:prstGeom>
          <a:noFill/>
        </p:spPr>
        <p:txBody>
          <a:bodyPr wrap="none" rtlCol="0">
            <a:spAutoFit/>
          </a:bodyPr>
          <a:lstStyle/>
          <a:p>
            <a:r>
              <a:rPr lang="zh-CN" altLang="en-US" sz="2000">
                <a:solidFill>
                  <a:srgbClr val="FF0000"/>
                </a:solidFill>
              </a:rPr>
              <a:t>调用者填写</a:t>
            </a:r>
          </a:p>
        </p:txBody>
      </p:sp>
      <p:cxnSp>
        <p:nvCxnSpPr>
          <p:cNvPr id="19" name="直接箭头连接符 18">
            <a:extLst>
              <a:ext uri="{FF2B5EF4-FFF2-40B4-BE49-F238E27FC236}">
                <a16:creationId xmlns:a16="http://schemas.microsoft.com/office/drawing/2014/main" id="{B786B098-8D7C-39C4-CD59-9C68F7E322ED}"/>
              </a:ext>
            </a:extLst>
          </p:cNvPr>
          <p:cNvCxnSpPr>
            <a:stCxn id="24" idx="3"/>
          </p:cNvCxnSpPr>
          <p:nvPr/>
        </p:nvCxnSpPr>
        <p:spPr bwMode="auto">
          <a:xfrm flipV="1">
            <a:off x="2943622" y="4620234"/>
            <a:ext cx="2116906" cy="318693"/>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25" name="直接箭头连接符 24">
            <a:extLst>
              <a:ext uri="{FF2B5EF4-FFF2-40B4-BE49-F238E27FC236}">
                <a16:creationId xmlns:a16="http://schemas.microsoft.com/office/drawing/2014/main" id="{CEFC104E-C589-E9DA-5C07-BE8A58BE8593}"/>
              </a:ext>
            </a:extLst>
          </p:cNvPr>
          <p:cNvCxnSpPr>
            <a:stCxn id="24" idx="3"/>
          </p:cNvCxnSpPr>
          <p:nvPr/>
        </p:nvCxnSpPr>
        <p:spPr bwMode="auto">
          <a:xfrm>
            <a:off x="2943622" y="4938927"/>
            <a:ext cx="2764978" cy="106874"/>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27" name="直接箭头连接符 26">
            <a:extLst>
              <a:ext uri="{FF2B5EF4-FFF2-40B4-BE49-F238E27FC236}">
                <a16:creationId xmlns:a16="http://schemas.microsoft.com/office/drawing/2014/main" id="{E6FF644A-6212-09B2-84A0-7AC3E0B14CFB}"/>
              </a:ext>
            </a:extLst>
          </p:cNvPr>
          <p:cNvCxnSpPr>
            <a:stCxn id="24" idx="3"/>
          </p:cNvCxnSpPr>
          <p:nvPr/>
        </p:nvCxnSpPr>
        <p:spPr bwMode="auto">
          <a:xfrm>
            <a:off x="2943622" y="4938927"/>
            <a:ext cx="2692970" cy="473772"/>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schemeClr>
            </a:outerShdw>
          </a:effectLst>
        </p:spPr>
      </p:cxnSp>
      <p:sp>
        <p:nvSpPr>
          <p:cNvPr id="31" name="文本框 30">
            <a:extLst>
              <a:ext uri="{FF2B5EF4-FFF2-40B4-BE49-F238E27FC236}">
                <a16:creationId xmlns:a16="http://schemas.microsoft.com/office/drawing/2014/main" id="{B7227AEE-12BD-7AFA-8F84-B8DB85AE0D27}"/>
              </a:ext>
            </a:extLst>
          </p:cNvPr>
          <p:cNvSpPr txBox="1"/>
          <p:nvPr/>
        </p:nvSpPr>
        <p:spPr>
          <a:xfrm>
            <a:off x="9469870" y="4498370"/>
            <a:ext cx="1723549" cy="400110"/>
          </a:xfrm>
          <a:prstGeom prst="rect">
            <a:avLst/>
          </a:prstGeom>
          <a:noFill/>
        </p:spPr>
        <p:txBody>
          <a:bodyPr wrap="none" rtlCol="0">
            <a:spAutoFit/>
          </a:bodyPr>
          <a:lstStyle/>
          <a:p>
            <a:r>
              <a:rPr lang="zh-CN" altLang="en-US" sz="2000">
                <a:solidFill>
                  <a:srgbClr val="FF0000"/>
                </a:solidFill>
              </a:rPr>
              <a:t>被调用者填写</a:t>
            </a:r>
          </a:p>
        </p:txBody>
      </p:sp>
      <p:cxnSp>
        <p:nvCxnSpPr>
          <p:cNvPr id="29" name="直接箭头连接符 28">
            <a:extLst>
              <a:ext uri="{FF2B5EF4-FFF2-40B4-BE49-F238E27FC236}">
                <a16:creationId xmlns:a16="http://schemas.microsoft.com/office/drawing/2014/main" id="{8AADA8CC-B7B5-93C1-4A68-74E806CA8841}"/>
              </a:ext>
            </a:extLst>
          </p:cNvPr>
          <p:cNvCxnSpPr>
            <a:stCxn id="31" idx="1"/>
          </p:cNvCxnSpPr>
          <p:nvPr/>
        </p:nvCxnSpPr>
        <p:spPr bwMode="auto">
          <a:xfrm flipH="1" flipV="1">
            <a:off x="7508800" y="4620234"/>
            <a:ext cx="1961070" cy="78191"/>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32" name="直接箭头连接符 31">
            <a:extLst>
              <a:ext uri="{FF2B5EF4-FFF2-40B4-BE49-F238E27FC236}">
                <a16:creationId xmlns:a16="http://schemas.microsoft.com/office/drawing/2014/main" id="{5495D3C5-654F-E0E8-665F-FC545F8CBC30}"/>
              </a:ext>
            </a:extLst>
          </p:cNvPr>
          <p:cNvCxnSpPr>
            <a:stCxn id="31" idx="1"/>
          </p:cNvCxnSpPr>
          <p:nvPr/>
        </p:nvCxnSpPr>
        <p:spPr bwMode="auto">
          <a:xfrm flipH="1">
            <a:off x="7436792" y="4698425"/>
            <a:ext cx="2033078" cy="1456089"/>
          </a:xfrm>
          <a:prstGeom prst="straightConnector1">
            <a:avLst/>
          </a:prstGeom>
          <a:solidFill>
            <a:schemeClr val="accent1"/>
          </a:solidFill>
          <a:ln w="9525" cap="flat" cmpd="sng" algn="ctr">
            <a:solidFill>
              <a:srgbClr val="FF0000"/>
            </a:solidFill>
            <a:prstDash val="solid"/>
            <a:round/>
            <a:headEnd type="none" w="med" len="med"/>
            <a:tailEnd type="triangle"/>
          </a:ln>
          <a:effectLst>
            <a:outerShdw dist="17961" dir="2700000" algn="ctr" rotWithShape="0">
              <a:schemeClr val="tx1">
                <a:gamma/>
                <a:shade val="60000"/>
                <a:invGamma/>
              </a:schemeClr>
            </a:outerShdw>
          </a:effectLst>
        </p:spPr>
      </p:cxnSp>
    </p:spTree>
    <p:extLst>
      <p:ext uri="{BB962C8B-B14F-4D97-AF65-F5344CB8AC3E}">
        <p14:creationId xmlns:p14="http://schemas.microsoft.com/office/powerpoint/2010/main" val="1333319092"/>
      </p:ext>
    </p:extLst>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C301C9D-F2D6-35D3-A330-0475C443B25C}"/>
              </a:ext>
            </a:extLst>
          </p:cNvPr>
          <p:cNvGrpSpPr/>
          <p:nvPr/>
        </p:nvGrpSpPr>
        <p:grpSpPr>
          <a:xfrm>
            <a:off x="1028080" y="537890"/>
            <a:ext cx="6336704" cy="540000"/>
            <a:chOff x="1098228" y="755045"/>
            <a:chExt cx="6336704" cy="380567"/>
          </a:xfrm>
        </p:grpSpPr>
        <p:sp>
          <p:nvSpPr>
            <p:cNvPr id="3" name="object 3">
              <a:extLst>
                <a:ext uri="{FF2B5EF4-FFF2-40B4-BE49-F238E27FC236}">
                  <a16:creationId xmlns:a16="http://schemas.microsoft.com/office/drawing/2014/main" id="{200A4BFC-9AC3-A66A-4ACD-8B64C9CF3BC7}"/>
                </a:ext>
              </a:extLst>
            </p:cNvPr>
            <p:cNvSpPr txBox="1"/>
            <p:nvPr/>
          </p:nvSpPr>
          <p:spPr>
            <a:xfrm>
              <a:off x="2280236" y="772162"/>
              <a:ext cx="5154696"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变长数据的存储分配</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D3CCEC36-1B75-5E2A-A2E8-3127737EB094}"/>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30" name="文本框 29">
            <a:extLst>
              <a:ext uri="{FF2B5EF4-FFF2-40B4-BE49-F238E27FC236}">
                <a16:creationId xmlns:a16="http://schemas.microsoft.com/office/drawing/2014/main" id="{3F881141-C6FC-CE4B-8FAD-F3061E3F7F73}"/>
              </a:ext>
            </a:extLst>
          </p:cNvPr>
          <p:cNvSpPr txBox="1"/>
          <p:nvPr/>
        </p:nvSpPr>
        <p:spPr>
          <a:xfrm>
            <a:off x="1748160" y="1834034"/>
            <a:ext cx="9577064" cy="3329758"/>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在现代程序设计语言中，</a:t>
            </a:r>
            <a:r>
              <a:rPr lang="zh-CN" altLang="en-US" sz="2400">
                <a:solidFill>
                  <a:srgbClr val="2D84F3"/>
                </a:solidFill>
                <a:latin typeface="宋体" panose="02010600030101010101" pitchFamily="2" charset="-122"/>
              </a:rPr>
              <a:t>在编译时刻不能确定大小的对象将被分配在堆区</a:t>
            </a:r>
            <a:r>
              <a:rPr lang="zh-CN" altLang="en-US" sz="2400">
                <a:latin typeface="宋体" panose="02010600030101010101" pitchFamily="2" charset="-122"/>
              </a:rPr>
              <a:t>。但是，如果它们是</a:t>
            </a:r>
            <a:r>
              <a:rPr lang="zh-CN" altLang="en-US" sz="2400">
                <a:solidFill>
                  <a:srgbClr val="2D84F3"/>
                </a:solidFill>
                <a:latin typeface="宋体" panose="02010600030101010101" pitchFamily="2" charset="-122"/>
              </a:rPr>
              <a:t>过程的局部对象</a:t>
            </a:r>
            <a:r>
              <a:rPr lang="zh-CN" altLang="en-US" sz="2400">
                <a:latin typeface="宋体" panose="02010600030101010101" pitchFamily="2" charset="-122"/>
              </a:rPr>
              <a:t>，也可以将它们</a:t>
            </a:r>
            <a:r>
              <a:rPr lang="zh-CN" altLang="en-US" sz="2400">
                <a:solidFill>
                  <a:srgbClr val="2D84F3"/>
                </a:solidFill>
                <a:latin typeface="宋体" panose="02010600030101010101" pitchFamily="2" charset="-122"/>
              </a:rPr>
              <a:t>分配在运行时刻栈中</a:t>
            </a:r>
            <a:r>
              <a:rPr lang="zh-CN" altLang="en-US" sz="2400">
                <a:latin typeface="宋体" panose="02010600030101010101" pitchFamily="2" charset="-122"/>
              </a:rPr>
              <a:t>。尽量将对象放置在栈区的原因：可以避免对它们的空间进行垃圾回收，也就减少了相应的开销</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只有一个数据对象</a:t>
            </a:r>
            <a:r>
              <a:rPr lang="zh-CN" altLang="en-US" sz="2400">
                <a:solidFill>
                  <a:srgbClr val="2D84F3"/>
                </a:solidFill>
                <a:latin typeface="宋体" panose="02010600030101010101" pitchFamily="2" charset="-122"/>
              </a:rPr>
              <a:t>局部于某个过程</a:t>
            </a:r>
            <a:r>
              <a:rPr lang="zh-CN" altLang="en-US" sz="2400">
                <a:latin typeface="宋体" panose="02010600030101010101" pitchFamily="2" charset="-122"/>
              </a:rPr>
              <a:t>，且</a:t>
            </a:r>
            <a:r>
              <a:rPr lang="zh-CN" altLang="en-US" sz="2400">
                <a:solidFill>
                  <a:srgbClr val="2D84F3"/>
                </a:solidFill>
                <a:latin typeface="宋体" panose="02010600030101010101" pitchFamily="2" charset="-122"/>
              </a:rPr>
              <a:t>当此过程结束时它变得不可访问</a:t>
            </a:r>
            <a:r>
              <a:rPr lang="zh-CN" altLang="en-US" sz="2400">
                <a:latin typeface="宋体" panose="02010600030101010101" pitchFamily="2" charset="-122"/>
              </a:rPr>
              <a:t>，才可以使用栈为这个对象分配空间</a:t>
            </a:r>
            <a:endParaRPr lang="en-US" altLang="zh-CN" sz="2400">
              <a:latin typeface="宋体" panose="02010600030101010101" pitchFamily="2" charset="-122"/>
            </a:endParaRPr>
          </a:p>
        </p:txBody>
      </p:sp>
    </p:spTree>
    <p:extLst>
      <p:ext uri="{BB962C8B-B14F-4D97-AF65-F5344CB8AC3E}">
        <p14:creationId xmlns:p14="http://schemas.microsoft.com/office/powerpoint/2010/main" val="949648916"/>
      </p:ext>
    </p:extLst>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161152-19EE-48C5-B665-F3C9D3821534}"/>
              </a:ext>
            </a:extLst>
          </p:cNvPr>
          <p:cNvSpPr>
            <a:spLocks noGrp="1"/>
          </p:cNvSpPr>
          <p:nvPr>
            <p:ph type="title"/>
          </p:nvPr>
        </p:nvSpPr>
        <p:spPr/>
        <p:txBody>
          <a:bodyPr/>
          <a:lstStyle/>
          <a:p>
            <a:r>
              <a:rPr lang="en-US" altLang="zh-CN"/>
              <a:t>9.6 </a:t>
            </a:r>
            <a:r>
              <a:rPr lang="zh-CN" altLang="en-US"/>
              <a:t>非局部数据的访问</a:t>
            </a:r>
          </a:p>
        </p:txBody>
      </p:sp>
      <p:sp>
        <p:nvSpPr>
          <p:cNvPr id="3" name="文本框 2">
            <a:extLst>
              <a:ext uri="{FF2B5EF4-FFF2-40B4-BE49-F238E27FC236}">
                <a16:creationId xmlns:a16="http://schemas.microsoft.com/office/drawing/2014/main" id="{3920D983-308A-DE82-B7C3-1484E2C136C4}"/>
              </a:ext>
            </a:extLst>
          </p:cNvPr>
          <p:cNvSpPr txBox="1"/>
          <p:nvPr/>
        </p:nvSpPr>
        <p:spPr>
          <a:xfrm>
            <a:off x="1748160" y="1834034"/>
            <a:ext cx="9577064" cy="4991751"/>
          </a:xfrm>
          <a:prstGeom prst="rect">
            <a:avLst/>
          </a:prstGeom>
          <a:noFill/>
        </p:spPr>
        <p:txBody>
          <a:bodyPr wrap="square" rtlCol="0">
            <a:spAutoFit/>
          </a:bodyPr>
          <a:lstStyle/>
          <a:p>
            <a:pPr algn="l">
              <a:lnSpc>
                <a:spcPct val="150000"/>
              </a:lnSpc>
            </a:pPr>
            <a:r>
              <a:rPr lang="zh-CN" altLang="en-US" sz="2400">
                <a:latin typeface="宋体" panose="02010600030101010101" pitchFamily="2" charset="-122"/>
              </a:rPr>
              <a:t>一个过程除了可以使用过程自身定义的局部数据以外，还可以使用过程外定义的非局部数据。</a:t>
            </a:r>
            <a:endParaRPr lang="en-US" altLang="zh-CN" sz="2400">
              <a:latin typeface="宋体" panose="02010600030101010101" pitchFamily="2" charset="-122"/>
            </a:endParaRPr>
          </a:p>
          <a:p>
            <a:pPr algn="l">
              <a:lnSpc>
                <a:spcPct val="150000"/>
              </a:lnSpc>
            </a:pPr>
            <a:r>
              <a:rPr lang="zh-CN" altLang="en-US" sz="2400">
                <a:latin typeface="宋体" panose="02010600030101010101" pitchFamily="2" charset="-122"/>
              </a:rPr>
              <a:t>语言可以分为两种类型：</a:t>
            </a:r>
            <a:endParaRPr lang="en-US" altLang="zh-CN" sz="2400">
              <a:latin typeface="宋体" panose="02010600030101010101" pitchFamily="2" charset="-122"/>
            </a:endParaRPr>
          </a:p>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支持过程嵌套声明的语言</a:t>
            </a:r>
            <a:endParaRPr lang="en-US" altLang="zh-CN" sz="2400">
              <a:latin typeface="宋体" panose="02010600030101010101" pitchFamily="2" charset="-122"/>
            </a:endParaRPr>
          </a:p>
          <a:p>
            <a:pPr marL="342900" indent="12700" algn="l">
              <a:lnSpc>
                <a:spcPct val="150000"/>
              </a:lnSpc>
              <a:buFont typeface="Arial" panose="020B0604020202020204" pitchFamily="34" charset="0"/>
              <a:buChar char="•"/>
            </a:pPr>
            <a:r>
              <a:rPr lang="zh-CN" altLang="en-US" sz="2400">
                <a:latin typeface="宋体" panose="02010600030101010101" pitchFamily="2" charset="-122"/>
              </a:rPr>
              <a:t>可以在一个过程中声明另一个过程</a:t>
            </a:r>
            <a:endParaRPr lang="en-US" altLang="zh-CN" sz="2400">
              <a:latin typeface="宋体" panose="02010600030101010101" pitchFamily="2" charset="-122"/>
            </a:endParaRPr>
          </a:p>
          <a:p>
            <a:pPr marL="342900" indent="12700" algn="l">
              <a:lnSpc>
                <a:spcPct val="150000"/>
              </a:lnSpc>
              <a:buFont typeface="Arial" panose="020B0604020202020204" pitchFamily="34" charset="0"/>
              <a:buChar char="•"/>
            </a:pPr>
            <a:r>
              <a:rPr lang="zh-CN" altLang="en-US" sz="2400">
                <a:latin typeface="宋体" panose="02010600030101010101" pitchFamily="2" charset="-122"/>
              </a:rPr>
              <a:t>例</a:t>
            </a:r>
            <a:r>
              <a:rPr lang="en-US" altLang="zh-CN" sz="2400">
                <a:latin typeface="宋体" panose="02010600030101010101" pitchFamily="2" charset="-122"/>
              </a:rPr>
              <a:t>: Pascal</a:t>
            </a:r>
          </a:p>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不支持过程嵌套声明的语言</a:t>
            </a:r>
            <a:endParaRPr lang="en-US" altLang="zh-CN" sz="2400">
              <a:latin typeface="宋体" panose="02010600030101010101" pitchFamily="2" charset="-122"/>
            </a:endParaRPr>
          </a:p>
          <a:p>
            <a:pPr marL="342900" indent="12700" algn="l">
              <a:lnSpc>
                <a:spcPct val="150000"/>
              </a:lnSpc>
              <a:buFont typeface="Arial" panose="020B0604020202020204" pitchFamily="34" charset="0"/>
              <a:buChar char="•"/>
            </a:pPr>
            <a:r>
              <a:rPr lang="zh-CN" altLang="en-US" sz="2400">
                <a:latin typeface="宋体" panose="02010600030101010101" pitchFamily="2" charset="-122"/>
              </a:rPr>
              <a:t>不可以在一个过程中声明另一个过程。</a:t>
            </a:r>
            <a:endParaRPr lang="en-US" altLang="zh-CN" sz="2400">
              <a:latin typeface="宋体" panose="02010600030101010101" pitchFamily="2" charset="-122"/>
            </a:endParaRPr>
          </a:p>
          <a:p>
            <a:pPr marL="342900" indent="12700" algn="l">
              <a:lnSpc>
                <a:spcPct val="150000"/>
              </a:lnSpc>
              <a:buFont typeface="Arial" panose="020B0604020202020204" pitchFamily="34" charset="0"/>
              <a:buChar char="•"/>
            </a:pPr>
            <a:r>
              <a:rPr lang="zh-CN" altLang="en-US" sz="2400">
                <a:latin typeface="宋体" panose="02010600030101010101" pitchFamily="2" charset="-122"/>
              </a:rPr>
              <a:t>例</a:t>
            </a:r>
            <a:r>
              <a:rPr lang="en-US" altLang="zh-CN" sz="2400">
                <a:latin typeface="宋体" panose="02010600030101010101" pitchFamily="2" charset="-122"/>
              </a:rPr>
              <a:t>:C</a:t>
            </a:r>
          </a:p>
        </p:txBody>
      </p:sp>
    </p:spTree>
    <p:extLst>
      <p:ext uri="{BB962C8B-B14F-4D97-AF65-F5344CB8AC3E}">
        <p14:creationId xmlns:p14="http://schemas.microsoft.com/office/powerpoint/2010/main" val="4093668827"/>
      </p:ext>
    </p:extLst>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E366F6-BF5E-C5E2-435D-AA70D3D32F65}"/>
              </a:ext>
            </a:extLst>
          </p:cNvPr>
          <p:cNvGrpSpPr/>
          <p:nvPr/>
        </p:nvGrpSpPr>
        <p:grpSpPr>
          <a:xfrm>
            <a:off x="1028080" y="537890"/>
            <a:ext cx="8352928" cy="540000"/>
            <a:chOff x="1098228" y="755045"/>
            <a:chExt cx="8352928" cy="380567"/>
          </a:xfrm>
        </p:grpSpPr>
        <p:sp>
          <p:nvSpPr>
            <p:cNvPr id="3" name="object 3">
              <a:extLst>
                <a:ext uri="{FF2B5EF4-FFF2-40B4-BE49-F238E27FC236}">
                  <a16:creationId xmlns:a16="http://schemas.microsoft.com/office/drawing/2014/main" id="{A33FCAE4-9CAA-8EF8-2FB7-FA0D51D76E91}"/>
                </a:ext>
              </a:extLst>
            </p:cNvPr>
            <p:cNvSpPr txBox="1"/>
            <p:nvPr/>
          </p:nvSpPr>
          <p:spPr>
            <a:xfrm>
              <a:off x="2280236" y="772162"/>
              <a:ext cx="7170920" cy="332093"/>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支持过程嵌套声明的语言（</a:t>
              </a:r>
              <a:r>
                <a:rPr lang="en-US" altLang="zh-CN" sz="3000" b="1">
                  <a:solidFill>
                    <a:srgbClr val="000000"/>
                  </a:solidFill>
                  <a:latin typeface="+mn-ea"/>
                  <a:cs typeface="DDCWCV+MicrosoftYaHei-Bold"/>
                </a:rPr>
                <a:t>Pascal</a:t>
              </a:r>
              <a:r>
                <a:rPr lang="zh-CN" altLang="en-US" sz="3000" b="1">
                  <a:solidFill>
                    <a:srgbClr val="000000"/>
                  </a:solidFill>
                  <a:latin typeface="+mn-ea"/>
                  <a:cs typeface="DDCWCV+MicrosoftYaHei-Bold"/>
                </a:rPr>
                <a:t>语言）</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9491815-D8BD-C786-F04B-19D1A09BB412}"/>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5" name="文本框 4">
            <a:extLst>
              <a:ext uri="{FF2B5EF4-FFF2-40B4-BE49-F238E27FC236}">
                <a16:creationId xmlns:a16="http://schemas.microsoft.com/office/drawing/2014/main" id="{47308024-465C-E51B-DE3F-866EACDA88CE}"/>
              </a:ext>
            </a:extLst>
          </p:cNvPr>
          <p:cNvSpPr txBox="1"/>
          <p:nvPr/>
        </p:nvSpPr>
        <p:spPr>
          <a:xfrm>
            <a:off x="1748160" y="1834034"/>
            <a:ext cx="9217024" cy="5632311"/>
          </a:xfrm>
          <a:prstGeom prst="rect">
            <a:avLst/>
          </a:prstGeom>
          <a:noFill/>
        </p:spPr>
        <p:txBody>
          <a:bodyPr wrap="square" rtlCol="0">
            <a:spAutoFit/>
          </a:bodyPr>
          <a:lstStyle/>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program </a:t>
            </a:r>
            <a:r>
              <a:rPr lang="en-US" altLang="zh-CN" sz="2400" b="1" i="1">
                <a:solidFill>
                  <a:srgbClr val="FF0000"/>
                </a:solidFill>
                <a:latin typeface="Times New Roman" panose="02020603050405020304" pitchFamily="18" charset="0"/>
                <a:cs typeface="Times New Roman" panose="02020603050405020304" pitchFamily="18" charset="0"/>
              </a:rPr>
              <a:t>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input</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output </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var a</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array</a:t>
            </a:r>
            <a:r>
              <a:rPr lang="en-US" altLang="zh-CN" sz="2400">
                <a:solidFill>
                  <a:srgbClr val="000000"/>
                </a:solidFill>
                <a:latin typeface="Times New Roman" panose="02020603050405020304" pitchFamily="18" charset="0"/>
                <a:cs typeface="Times New Roman" panose="02020603050405020304" pitchFamily="18" charset="0"/>
              </a:rPr>
              <a:t>[0..10] </a:t>
            </a:r>
            <a:r>
              <a:rPr lang="en-US" altLang="zh-CN" sz="2400" b="1" i="1">
                <a:solidFill>
                  <a:srgbClr val="000000"/>
                </a:solidFill>
                <a:latin typeface="Times New Roman" panose="02020603050405020304" pitchFamily="18" charset="0"/>
                <a:cs typeface="Times New Roman" panose="02020603050405020304" pitchFamily="18" charset="0"/>
              </a:rPr>
              <a:t>of 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x</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readarray</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var 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readarray</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cs typeface="Times New Roman" panose="02020603050405020304" pitchFamily="18" charset="0"/>
              </a:rPr>
              <a:t>；</a:t>
            </a:r>
          </a:p>
          <a:p>
            <a:pPr marL="1"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exchang</a:t>
            </a:r>
            <a:r>
              <a:rPr lang="en-US" altLang="zh-CN" sz="2400">
                <a:solidFill>
                  <a:srgbClr val="FF0000"/>
                </a:solidFill>
                <a:latin typeface="Times New Roman" panose="02020603050405020304" pitchFamily="18" charset="0"/>
                <a:cs typeface="Times New Roman" panose="02020603050405020304" pitchFamily="18" charset="0"/>
              </a:rPr>
              <a:t>e</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1"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b="1" i="1">
                <a:solidFill>
                  <a:srgbClr val="0000FF"/>
                </a:solidFill>
                <a:latin typeface="Times New Roman" panose="02020603050405020304" pitchFamily="18" charset="0"/>
                <a:cs typeface="Times New Roman" panose="02020603050405020304" pitchFamily="18" charset="0"/>
              </a:rPr>
              <a:t>x</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x</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exchang</a:t>
            </a:r>
            <a:r>
              <a:rPr lang="en-US" altLang="zh-CN" sz="2400">
                <a:solidFill>
                  <a:srgbClr val="0000FF"/>
                </a:solidFill>
                <a:latin typeface="Times New Roman" panose="02020603050405020304" pitchFamily="18" charset="0"/>
                <a:cs typeface="Times New Roman" panose="02020603050405020304" pitchFamily="18" charset="0"/>
              </a:rPr>
              <a:t>e</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quicksort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m</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n</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22"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var k</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v </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function </a:t>
            </a:r>
            <a:r>
              <a:rPr lang="sv-SE" altLang="zh-CN" sz="2400" b="1" i="1">
                <a:solidFill>
                  <a:srgbClr val="FF0000"/>
                </a:solidFill>
                <a:latin typeface="Times New Roman" panose="02020603050405020304" pitchFamily="18" charset="0"/>
                <a:cs typeface="Times New Roman" panose="02020603050405020304" pitchFamily="18" charset="0"/>
              </a:rPr>
              <a:t>partition</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y</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z</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intege</a:t>
            </a:r>
            <a:r>
              <a:rPr lang="sv-SE" altLang="zh-CN" sz="2400">
                <a:solidFill>
                  <a:srgbClr val="000000"/>
                </a:solidFill>
                <a:latin typeface="Times New Roman" panose="02020603050405020304" pitchFamily="18" charset="0"/>
                <a:cs typeface="Times New Roman" panose="02020603050405020304" pitchFamily="18" charset="0"/>
              </a:rPr>
              <a:t>r;</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var i</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j </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v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exchange</a:t>
            </a:r>
            <a:r>
              <a:rPr lang="en-US" altLang="zh-CN" sz="2400">
                <a:solidFill>
                  <a:srgbClr val="0000FF"/>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 …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partition</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v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partition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quicksort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quicksort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endParaRPr lang="zh-CN" altLang="en-US" sz="2400">
              <a:solidFill>
                <a:srgbClr val="000000"/>
              </a:solidFill>
              <a:latin typeface="Times New Roman" panose="02020603050405020304" pitchFamily="18" charset="0"/>
              <a:cs typeface="Times New Roman" panose="02020603050405020304" pitchFamily="18" charset="0"/>
            </a:endParaRP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readarray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quicksort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sort</a:t>
            </a:r>
            <a:r>
              <a:rPr lang="en-US" altLang="zh-CN" sz="240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80785C5-92F6-EDB5-323D-22C18C1D0A31}"/>
              </a:ext>
            </a:extLst>
          </p:cNvPr>
          <p:cNvSpPr txBox="1"/>
          <p:nvPr/>
        </p:nvSpPr>
        <p:spPr>
          <a:xfrm>
            <a:off x="7436792" y="1583798"/>
            <a:ext cx="4464496" cy="1200329"/>
          </a:xfrm>
          <a:prstGeom prst="rect">
            <a:avLst/>
          </a:prstGeom>
          <a:solidFill>
            <a:srgbClr val="FEEA58"/>
          </a:solidFill>
          <a:ln>
            <a:solidFill>
              <a:schemeClr val="tx1"/>
            </a:solidFill>
          </a:ln>
        </p:spPr>
        <p:txBody>
          <a:bodyPr wrap="square" rtlCol="0">
            <a:spAutoFit/>
          </a:bodyPr>
          <a:lstStyle/>
          <a:p>
            <a:pPr marL="0" marR="0">
              <a:spcBef>
                <a:spcPts val="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一个过程除</a:t>
            </a:r>
            <a:r>
              <a:rPr lang="zh-CN" altLang="en-US" sz="2400">
                <a:solidFill>
                  <a:srgbClr val="0000FF"/>
                </a:solidFill>
                <a:latin typeface="楷体" panose="02010609060101010101" pitchFamily="49" charset="-122"/>
                <a:ea typeface="楷体" panose="02010609060101010101" pitchFamily="49" charset="-122"/>
                <a:cs typeface="STKaiti"/>
              </a:rPr>
              <a:t>自身定义的局部数据</a:t>
            </a:r>
            <a:r>
              <a:rPr lang="zh-CN" altLang="en-US" sz="2400">
                <a:solidFill>
                  <a:srgbClr val="000000"/>
                </a:solidFill>
                <a:latin typeface="楷体" panose="02010609060101010101" pitchFamily="49" charset="-122"/>
                <a:ea typeface="楷体" panose="02010609060101010101" pitchFamily="49" charset="-122"/>
                <a:cs typeface="STKaiti"/>
              </a:rPr>
              <a:t>和</a:t>
            </a:r>
            <a:r>
              <a:rPr lang="zh-CN" altLang="en-US" sz="2400">
                <a:solidFill>
                  <a:srgbClr val="0000FF"/>
                </a:solidFill>
                <a:latin typeface="楷体" panose="02010609060101010101" pitchFamily="49" charset="-122"/>
                <a:ea typeface="楷体" panose="02010609060101010101" pitchFamily="49" charset="-122"/>
                <a:cs typeface="STKaiti"/>
              </a:rPr>
              <a:t>全局定义的数据</a:t>
            </a:r>
            <a:r>
              <a:rPr lang="zh-CN" altLang="en-US" sz="2400">
                <a:solidFill>
                  <a:srgbClr val="000000"/>
                </a:solidFill>
                <a:latin typeface="楷体" panose="02010609060101010101" pitchFamily="49" charset="-122"/>
                <a:ea typeface="楷体" panose="02010609060101010101" pitchFamily="49" charset="-122"/>
                <a:cs typeface="STKaiti"/>
              </a:rPr>
              <a:t>以外，还可以使用</a:t>
            </a:r>
            <a:r>
              <a:rPr lang="zh-CN" altLang="en-US" sz="2400">
                <a:solidFill>
                  <a:srgbClr val="0000FF"/>
                </a:solidFill>
                <a:latin typeface="楷体" panose="02010609060101010101" pitchFamily="49" charset="-122"/>
                <a:ea typeface="楷体" panose="02010609060101010101" pitchFamily="49" charset="-122"/>
                <a:cs typeface="STKaiti"/>
              </a:rPr>
              <a:t>外围过程中声明的对象</a:t>
            </a:r>
          </a:p>
        </p:txBody>
      </p:sp>
    </p:spTree>
    <p:extLst>
      <p:ext uri="{BB962C8B-B14F-4D97-AF65-F5344CB8AC3E}">
        <p14:creationId xmlns:p14="http://schemas.microsoft.com/office/powerpoint/2010/main" val="395492387"/>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E366F6-BF5E-C5E2-435D-AA70D3D32F65}"/>
              </a:ext>
            </a:extLst>
          </p:cNvPr>
          <p:cNvGrpSpPr/>
          <p:nvPr/>
        </p:nvGrpSpPr>
        <p:grpSpPr>
          <a:xfrm>
            <a:off x="1028080" y="537890"/>
            <a:ext cx="8352928" cy="540000"/>
            <a:chOff x="1098228" y="755045"/>
            <a:chExt cx="8352928" cy="380567"/>
          </a:xfrm>
        </p:grpSpPr>
        <p:sp>
          <p:nvSpPr>
            <p:cNvPr id="3" name="object 3">
              <a:extLst>
                <a:ext uri="{FF2B5EF4-FFF2-40B4-BE49-F238E27FC236}">
                  <a16:creationId xmlns:a16="http://schemas.microsoft.com/office/drawing/2014/main" id="{A33FCAE4-9CAA-8EF8-2FB7-FA0D51D76E91}"/>
                </a:ext>
              </a:extLst>
            </p:cNvPr>
            <p:cNvSpPr txBox="1"/>
            <p:nvPr/>
          </p:nvSpPr>
          <p:spPr>
            <a:xfrm>
              <a:off x="2280236" y="772162"/>
              <a:ext cx="7170920" cy="332093"/>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不支持过程嵌套声明的语言（</a:t>
              </a:r>
              <a:r>
                <a:rPr lang="en-US" altLang="zh-CN" sz="3000" b="1">
                  <a:solidFill>
                    <a:srgbClr val="000000"/>
                  </a:solidFill>
                  <a:latin typeface="+mn-ea"/>
                  <a:cs typeface="DDCWCV+MicrosoftYaHei-Bold"/>
                </a:rPr>
                <a:t>C</a:t>
              </a:r>
              <a:r>
                <a:rPr lang="zh-CN" altLang="en-US" sz="3000" b="1">
                  <a:solidFill>
                    <a:srgbClr val="000000"/>
                  </a:solidFill>
                  <a:latin typeface="+mn-ea"/>
                  <a:cs typeface="DDCWCV+MicrosoftYaHei-Bold"/>
                </a:rPr>
                <a:t>语言）</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9491815-D8BD-C786-F04B-19D1A09BB412}"/>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5" name="文本框 4">
            <a:extLst>
              <a:ext uri="{FF2B5EF4-FFF2-40B4-BE49-F238E27FC236}">
                <a16:creationId xmlns:a16="http://schemas.microsoft.com/office/drawing/2014/main" id="{47308024-465C-E51B-DE3F-866EACDA88CE}"/>
              </a:ext>
            </a:extLst>
          </p:cNvPr>
          <p:cNvSpPr txBox="1"/>
          <p:nvPr/>
        </p:nvSpPr>
        <p:spPr>
          <a:xfrm>
            <a:off x="2013396" y="1455962"/>
            <a:ext cx="8136904" cy="5909310"/>
          </a:xfrm>
          <a:prstGeom prst="rect">
            <a:avLst/>
          </a:prstGeom>
          <a:solidFill>
            <a:srgbClr val="B4CDEC"/>
          </a:solidFill>
        </p:spPr>
        <p:txBody>
          <a:bodyPr wrap="square" rtlCol="0">
            <a:spAutoFit/>
          </a:bodyPr>
          <a:lstStyle/>
          <a:p>
            <a:pPr marL="0" marR="0">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int</a:t>
            </a:r>
            <a:r>
              <a:rPr lang="en-US" altLang="zh-CN" sz="2000" b="1" i="1" spc="813">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a:t>
            </a:r>
            <a:r>
              <a:rPr lang="en-US" altLang="zh-CN" sz="2000" spc="-20">
                <a:solidFill>
                  <a:srgbClr val="000000"/>
                </a:solidFill>
                <a:latin typeface="Times New Roman" panose="02020603050405020304" pitchFamily="18" charset="0"/>
                <a:cs typeface="Times New Roman" panose="02020603050405020304" pitchFamily="18" charset="0"/>
              </a:rPr>
              <a:t>[11];</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void</a:t>
            </a:r>
            <a:r>
              <a:rPr lang="en-US" altLang="zh-CN" sz="2000" b="1" i="1" spc="794">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readArray</a:t>
            </a:r>
            <a:r>
              <a:rPr lang="en-US" altLang="zh-CN" sz="2000">
                <a:solidFill>
                  <a:srgbClr val="000000"/>
                </a:solidFill>
                <a:latin typeface="Times New Roman" panose="02020603050405020304" pitchFamily="18" charset="0"/>
                <a:cs typeface="Times New Roman" panose="02020603050405020304" pitchFamily="18" charset="0"/>
              </a:rPr>
              <a:t>( ) { /*</a:t>
            </a:r>
            <a:r>
              <a:rPr lang="zh-CN" altLang="en-US" sz="2000">
                <a:solidFill>
                  <a:srgbClr val="000000"/>
                </a:solidFill>
                <a:latin typeface="Times New Roman" panose="02020603050405020304" pitchFamily="18" charset="0"/>
                <a:cs typeface="Times New Roman" panose="02020603050405020304" pitchFamily="18" charset="0"/>
              </a:rPr>
              <a:t>将</a:t>
            </a:r>
            <a:r>
              <a:rPr lang="en-US" altLang="zh-CN" sz="2000">
                <a:solidFill>
                  <a:srgbClr val="000000"/>
                </a:solidFill>
                <a:latin typeface="Times New Roman" panose="02020603050405020304" pitchFamily="18" charset="0"/>
                <a:cs typeface="Times New Roman" panose="02020603050405020304" pitchFamily="18" charset="0"/>
              </a:rPr>
              <a:t>9</a:t>
            </a:r>
            <a:r>
              <a:rPr lang="zh-CN" altLang="en-US" sz="2000">
                <a:solidFill>
                  <a:srgbClr val="000000"/>
                </a:solidFill>
                <a:latin typeface="Times New Roman" panose="02020603050405020304" pitchFamily="18" charset="0"/>
                <a:cs typeface="Times New Roman" panose="02020603050405020304" pitchFamily="18" charset="0"/>
              </a:rPr>
              <a:t>个整数读入到</a:t>
            </a: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[1],…,</a:t>
            </a: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[9]</a:t>
            </a:r>
            <a:r>
              <a:rPr lang="zh-CN" altLang="en-US" sz="2000">
                <a:solidFill>
                  <a:srgbClr val="000000"/>
                </a:solidFill>
                <a:latin typeface="Times New Roman" panose="02020603050405020304" pitchFamily="18" charset="0"/>
                <a:cs typeface="Times New Roman" panose="02020603050405020304" pitchFamily="18" charset="0"/>
              </a:rPr>
              <a:t>中</a:t>
            </a:r>
            <a:r>
              <a:rPr lang="zh-CN" altLang="en-US" sz="2000" spc="-14">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    …</a:t>
            </a:r>
          </a:p>
          <a:p>
            <a:pPr>
              <a:lnSpc>
                <a:spcPct val="90000"/>
              </a:lnSpc>
              <a:spcBef>
                <a:spcPts val="0"/>
              </a:spcBef>
              <a:spcAft>
                <a:spcPts val="0"/>
              </a:spcAft>
            </a:pPr>
            <a:r>
              <a:rPr lang="en-US" altLang="zh-CN" sz="2000">
                <a:solidFill>
                  <a:srgbClr val="000000"/>
                </a:solidFill>
                <a:latin typeface="Times New Roman" panose="02020603050405020304" pitchFamily="18" charset="0"/>
                <a:cs typeface="Times New Roman" panose="02020603050405020304" pitchFamily="18" charset="0"/>
              </a:rPr>
              <a:t>}</a:t>
            </a:r>
          </a:p>
          <a:p>
            <a:pPr>
              <a:lnSpc>
                <a:spcPct val="90000"/>
              </a:lnSpc>
              <a:spcBef>
                <a:spcPts val="0"/>
              </a:spcBef>
              <a:spcAft>
                <a:spcPts val="0"/>
              </a:spcAft>
            </a:pPr>
            <a:r>
              <a:rPr lang="fr-FR" altLang="zh-CN" sz="2000" b="1" i="1">
                <a:solidFill>
                  <a:srgbClr val="000000"/>
                </a:solidFill>
                <a:latin typeface="Times New Roman" panose="02020603050405020304" pitchFamily="18" charset="0"/>
                <a:cs typeface="Times New Roman" panose="02020603050405020304" pitchFamily="18" charset="0"/>
              </a:rPr>
              <a:t>int</a:t>
            </a:r>
            <a:r>
              <a:rPr lang="fr-FR" altLang="zh-CN" sz="2000" b="1" i="1" spc="809">
                <a:solidFill>
                  <a:srgbClr val="000000"/>
                </a:solidFill>
                <a:latin typeface="Times New Roman" panose="02020603050405020304" pitchFamily="18" charset="0"/>
                <a:cs typeface="Times New Roman" panose="02020603050405020304" pitchFamily="18" charset="0"/>
              </a:rPr>
              <a:t> </a:t>
            </a:r>
            <a:r>
              <a:rPr lang="fr-FR" altLang="zh-CN" sz="2000" b="1" i="1">
                <a:solidFill>
                  <a:srgbClr val="000000"/>
                </a:solidFill>
                <a:latin typeface="Times New Roman" panose="02020603050405020304" pitchFamily="18" charset="0"/>
                <a:cs typeface="Times New Roman" panose="02020603050405020304" pitchFamily="18" charset="0"/>
              </a:rPr>
              <a:t>partition</a:t>
            </a:r>
            <a:r>
              <a:rPr lang="fr-FR" altLang="zh-CN" sz="2000">
                <a:solidFill>
                  <a:srgbClr val="000000"/>
                </a:solidFill>
                <a:latin typeface="Times New Roman" panose="02020603050405020304" pitchFamily="18" charset="0"/>
                <a:cs typeface="Times New Roman" panose="02020603050405020304" pitchFamily="18" charset="0"/>
              </a:rPr>
              <a:t>(</a:t>
            </a:r>
            <a:r>
              <a:rPr lang="fr-FR" altLang="zh-CN" sz="2000" b="1" i="1">
                <a:solidFill>
                  <a:srgbClr val="000000"/>
                </a:solidFill>
                <a:latin typeface="Times New Roman" panose="02020603050405020304" pitchFamily="18" charset="0"/>
                <a:cs typeface="Times New Roman" panose="02020603050405020304" pitchFamily="18" charset="0"/>
              </a:rPr>
              <a:t>int</a:t>
            </a:r>
            <a:r>
              <a:rPr lang="fr-FR" altLang="zh-CN" sz="2000" b="1" i="1" spc="428">
                <a:solidFill>
                  <a:srgbClr val="000000"/>
                </a:solidFill>
                <a:latin typeface="Times New Roman" panose="02020603050405020304" pitchFamily="18" charset="0"/>
                <a:cs typeface="Times New Roman" panose="02020603050405020304" pitchFamily="18" charset="0"/>
              </a:rPr>
              <a:t> </a:t>
            </a:r>
            <a:r>
              <a:rPr lang="fr-FR" altLang="zh-CN" sz="2000" b="1" i="1">
                <a:solidFill>
                  <a:srgbClr val="000000"/>
                </a:solidFill>
                <a:latin typeface="Times New Roman" panose="02020603050405020304" pitchFamily="18" charset="0"/>
                <a:cs typeface="Times New Roman" panose="02020603050405020304" pitchFamily="18" charset="0"/>
              </a:rPr>
              <a:t>m,</a:t>
            </a:r>
            <a:r>
              <a:rPr lang="fr-FR" altLang="zh-CN" sz="2000" b="1" i="1" spc="394">
                <a:solidFill>
                  <a:srgbClr val="000000"/>
                </a:solidFill>
                <a:latin typeface="Times New Roman" panose="02020603050405020304" pitchFamily="18" charset="0"/>
                <a:cs typeface="Times New Roman" panose="02020603050405020304" pitchFamily="18" charset="0"/>
              </a:rPr>
              <a:t> </a:t>
            </a:r>
            <a:r>
              <a:rPr lang="fr-FR" altLang="zh-CN" sz="2000" b="1" i="1">
                <a:solidFill>
                  <a:srgbClr val="000000"/>
                </a:solidFill>
                <a:latin typeface="Times New Roman" panose="02020603050405020304" pitchFamily="18" charset="0"/>
                <a:cs typeface="Times New Roman" panose="02020603050405020304" pitchFamily="18" charset="0"/>
              </a:rPr>
              <a:t>int</a:t>
            </a:r>
            <a:r>
              <a:rPr lang="fr-FR" altLang="zh-CN" sz="2000" b="1" i="1" spc="409">
                <a:solidFill>
                  <a:srgbClr val="000000"/>
                </a:solidFill>
                <a:latin typeface="Times New Roman" panose="02020603050405020304" pitchFamily="18" charset="0"/>
                <a:cs typeface="Times New Roman" panose="02020603050405020304" pitchFamily="18" charset="0"/>
              </a:rPr>
              <a:t> </a:t>
            </a:r>
            <a:r>
              <a:rPr lang="fr-FR" altLang="zh-CN" sz="2000" b="1" i="1">
                <a:solidFill>
                  <a:srgbClr val="000000"/>
                </a:solidFill>
                <a:latin typeface="Times New Roman" panose="02020603050405020304" pitchFamily="18" charset="0"/>
                <a:cs typeface="Times New Roman" panose="02020603050405020304" pitchFamily="18" charset="0"/>
              </a:rPr>
              <a:t>n</a:t>
            </a:r>
            <a:r>
              <a:rPr lang="fr-FR"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 {</a:t>
            </a:r>
            <a:endParaRPr lang="fr-FR" altLang="zh-CN" sz="2000">
              <a:solidFill>
                <a:srgbClr val="000000"/>
              </a:solidFill>
              <a:latin typeface="Times New Roman" panose="02020603050405020304" pitchFamily="18" charset="0"/>
              <a:cs typeface="Times New Roman" panose="02020603050405020304" pitchFamily="18" charset="0"/>
            </a:endParaRPr>
          </a:p>
          <a:p>
            <a:pPr>
              <a:lnSpc>
                <a:spcPct val="90000"/>
              </a:lnSpc>
              <a:spcBef>
                <a:spcPts val="0"/>
              </a:spcBef>
              <a:spcAft>
                <a:spcPts val="0"/>
              </a:spcAft>
            </a:pP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选择一个分割值</a:t>
            </a:r>
            <a:r>
              <a:rPr lang="en-US" altLang="zh-CN" sz="2000" b="1" i="1">
                <a:solidFill>
                  <a:srgbClr val="000000"/>
                </a:solidFill>
                <a:latin typeface="Times New Roman" panose="02020603050405020304" pitchFamily="18" charset="0"/>
                <a:cs typeface="Times New Roman" panose="02020603050405020304" pitchFamily="18" charset="0"/>
              </a:rPr>
              <a:t>v</a:t>
            </a:r>
            <a:r>
              <a:rPr lang="zh-CN" altLang="en-US" sz="2000">
                <a:solidFill>
                  <a:srgbClr val="000000"/>
                </a:solidFill>
                <a:latin typeface="Times New Roman" panose="02020603050405020304" pitchFamily="18" charset="0"/>
                <a:cs typeface="Times New Roman" panose="02020603050405020304" pitchFamily="18" charset="0"/>
              </a:rPr>
              <a:t>，划分</a:t>
            </a: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m…n</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，使得</a:t>
            </a: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m…p-</a:t>
            </a: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小于</a:t>
            </a:r>
            <a:r>
              <a:rPr lang="en-US" altLang="zh-CN" sz="2000" b="1" i="1" spc="-62">
                <a:solidFill>
                  <a:srgbClr val="000000"/>
                </a:solidFill>
                <a:latin typeface="Times New Roman" panose="02020603050405020304" pitchFamily="18" charset="0"/>
                <a:cs typeface="Times New Roman" panose="02020603050405020304" pitchFamily="18" charset="0"/>
              </a:rPr>
              <a:t>v,</a:t>
            </a:r>
            <a:r>
              <a:rPr lang="en-US" altLang="zh-CN" sz="2000" b="1" i="1" spc="450">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p</a:t>
            </a:r>
            <a:r>
              <a:rPr lang="en-US" altLang="zh-CN" sz="2000">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v ,</a:t>
            </a:r>
          </a:p>
          <a:p>
            <a:pPr>
              <a:lnSpc>
                <a:spcPct val="90000"/>
              </a:lnSpc>
              <a:spcBef>
                <a:spcPts val="0"/>
              </a:spcBef>
              <a:spcAft>
                <a:spcPts val="0"/>
              </a:spcAft>
            </a:pPr>
            <a:r>
              <a:rPr lang="pt-BR" altLang="zh-CN" sz="2000" b="1" i="1">
                <a:solidFill>
                  <a:srgbClr val="000000"/>
                </a:solidFill>
                <a:latin typeface="Times New Roman" panose="02020603050405020304" pitchFamily="18" charset="0"/>
                <a:cs typeface="Times New Roman" panose="02020603050405020304" pitchFamily="18" charset="0"/>
              </a:rPr>
              <a:t>    a</a:t>
            </a:r>
            <a:r>
              <a:rPr lang="pt-BR" altLang="zh-CN" sz="2000">
                <a:solidFill>
                  <a:srgbClr val="000000"/>
                </a:solidFill>
                <a:latin typeface="Times New Roman" panose="02020603050405020304" pitchFamily="18" charset="0"/>
                <a:cs typeface="Times New Roman" panose="02020603050405020304" pitchFamily="18" charset="0"/>
              </a:rPr>
              <a:t>[</a:t>
            </a:r>
            <a:r>
              <a:rPr lang="pt-BR" altLang="zh-CN" sz="2000" b="1" i="1">
                <a:solidFill>
                  <a:srgbClr val="000000"/>
                </a:solidFill>
                <a:latin typeface="Times New Roman" panose="02020603050405020304" pitchFamily="18" charset="0"/>
                <a:cs typeface="Times New Roman" panose="02020603050405020304" pitchFamily="18" charset="0"/>
              </a:rPr>
              <a:t>p+</a:t>
            </a:r>
            <a:r>
              <a:rPr lang="pt-BR" altLang="zh-CN" sz="2000">
                <a:solidFill>
                  <a:srgbClr val="000000"/>
                </a:solidFill>
                <a:latin typeface="Times New Roman" panose="02020603050405020304" pitchFamily="18" charset="0"/>
                <a:cs typeface="Times New Roman" panose="02020603050405020304" pitchFamily="18" charset="0"/>
              </a:rPr>
              <a:t>1</a:t>
            </a:r>
            <a:r>
              <a:rPr lang="pt-BR" altLang="zh-CN" sz="2000" b="1" i="1">
                <a:solidFill>
                  <a:srgbClr val="000000"/>
                </a:solidFill>
                <a:latin typeface="Times New Roman" panose="02020603050405020304" pitchFamily="18" charset="0"/>
                <a:cs typeface="Times New Roman" panose="02020603050405020304" pitchFamily="18" charset="0"/>
              </a:rPr>
              <a:t>…n</a:t>
            </a:r>
            <a:r>
              <a:rPr lang="pt-BR" altLang="zh-CN" sz="2000">
                <a:solidFill>
                  <a:srgbClr val="000000"/>
                </a:solidFill>
                <a:latin typeface="Times New Roman" panose="02020603050405020304" pitchFamily="18" charset="0"/>
                <a:cs typeface="Times New Roman" panose="02020603050405020304" pitchFamily="18" charset="0"/>
              </a:rPr>
              <a:t>]</a:t>
            </a:r>
            <a:r>
              <a:rPr lang="zh-CN" altLang="pt-BR" sz="2000">
                <a:solidFill>
                  <a:srgbClr val="000000"/>
                </a:solidFill>
                <a:latin typeface="Times New Roman" panose="02020603050405020304" pitchFamily="18" charset="0"/>
                <a:cs typeface="Times New Roman" panose="02020603050405020304" pitchFamily="18" charset="0"/>
              </a:rPr>
              <a:t>大于</a:t>
            </a:r>
            <a:r>
              <a:rPr lang="pt-BR" altLang="zh-CN" sz="2000" b="1" i="1">
                <a:solidFill>
                  <a:srgbClr val="000000"/>
                </a:solidFill>
                <a:latin typeface="Times New Roman" panose="02020603050405020304" pitchFamily="18" charset="0"/>
                <a:cs typeface="Times New Roman" panose="02020603050405020304" pitchFamily="18" charset="0"/>
              </a:rPr>
              <a:t>v</a:t>
            </a:r>
            <a:r>
              <a:rPr lang="zh-CN" altLang="pt-BR" sz="2000">
                <a:solidFill>
                  <a:srgbClr val="000000"/>
                </a:solidFill>
                <a:latin typeface="Times New Roman" panose="02020603050405020304" pitchFamily="18" charset="0"/>
                <a:cs typeface="Times New Roman" panose="02020603050405020304" pitchFamily="18" charset="0"/>
              </a:rPr>
              <a:t>。返回</a:t>
            </a:r>
            <a:r>
              <a:rPr lang="pt-BR" altLang="zh-CN" sz="2000" spc="-12">
                <a:solidFill>
                  <a:srgbClr val="000000"/>
                </a:solidFill>
                <a:latin typeface="Times New Roman" panose="02020603050405020304" pitchFamily="18" charset="0"/>
                <a:cs typeface="Times New Roman" panose="02020603050405020304" pitchFamily="18" charset="0"/>
              </a:rPr>
              <a:t> </a:t>
            </a:r>
            <a:r>
              <a:rPr lang="pt-BR" altLang="zh-CN" sz="2000" b="1" i="1">
                <a:solidFill>
                  <a:srgbClr val="000000"/>
                </a:solidFill>
                <a:latin typeface="Times New Roman" panose="02020603050405020304" pitchFamily="18" charset="0"/>
                <a:cs typeface="Times New Roman" panose="02020603050405020304" pitchFamily="18" charset="0"/>
              </a:rPr>
              <a:t>p </a:t>
            </a:r>
            <a:r>
              <a:rPr lang="pt-BR" altLang="zh-CN" sz="2000">
                <a:solidFill>
                  <a:srgbClr val="000000"/>
                </a:solidFill>
                <a:latin typeface="Times New Roman" panose="02020603050405020304" pitchFamily="18" charset="0"/>
                <a:cs typeface="Times New Roman" panose="02020603050405020304" pitchFamily="18" charset="0"/>
              </a:rPr>
              <a:t>*/</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    …</a:t>
            </a:r>
          </a:p>
          <a:p>
            <a:pPr>
              <a:lnSpc>
                <a:spcPct val="90000"/>
              </a:lnSpc>
              <a:spcBef>
                <a:spcPts val="0"/>
              </a:spcBef>
              <a:spcAft>
                <a:spcPts val="0"/>
              </a:spcAft>
            </a:pPr>
            <a:r>
              <a:rPr lang="en-US" altLang="zh-CN" sz="2000">
                <a:solidFill>
                  <a:srgbClr val="000000"/>
                </a:solidFill>
                <a:latin typeface="Times New Roman" panose="02020603050405020304" pitchFamily="18" charset="0"/>
                <a:cs typeface="Times New Roman" panose="02020603050405020304" pitchFamily="18" charset="0"/>
              </a:rPr>
              <a:t>}</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void</a:t>
            </a:r>
            <a:r>
              <a:rPr lang="en-US" altLang="zh-CN" sz="2000" b="1" i="1" spc="794">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quicksort</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int</a:t>
            </a:r>
            <a:r>
              <a:rPr lang="en-US" altLang="zh-CN" sz="2000" b="1" i="1" spc="415">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m,</a:t>
            </a:r>
            <a:r>
              <a:rPr lang="en-US" altLang="zh-CN" sz="2000" b="1" i="1" spc="40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int</a:t>
            </a:r>
            <a:r>
              <a:rPr lang="en-US" altLang="zh-CN" sz="2000" b="1" i="1" spc="409">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n</a:t>
            </a:r>
            <a:r>
              <a:rPr lang="en-US" altLang="zh-CN" sz="2000">
                <a:solidFill>
                  <a:srgbClr val="000000"/>
                </a:solidFill>
                <a:latin typeface="Times New Roman" panose="02020603050405020304" pitchFamily="18" charset="0"/>
                <a:cs typeface="Times New Roman" panose="02020603050405020304" pitchFamily="18" charset="0"/>
              </a:rPr>
              <a:t>){</a:t>
            </a:r>
          </a:p>
          <a:p>
            <a:pPr marL="28951" marR="0">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    int</a:t>
            </a:r>
            <a:r>
              <a:rPr lang="en-US" altLang="zh-CN" sz="2000" b="1" i="1" spc="810">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i;</a:t>
            </a:r>
          </a:p>
          <a:p>
            <a:pPr marL="0" marR="0">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    if</a:t>
            </a:r>
            <a:r>
              <a:rPr lang="en-US" altLang="zh-CN" sz="2000" b="1" i="1" spc="14">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n</a:t>
            </a: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m</a:t>
            </a:r>
            <a:r>
              <a:rPr lang="en-US" altLang="zh-CN" sz="2000">
                <a:solidFill>
                  <a:srgbClr val="000000"/>
                </a:solidFill>
                <a:latin typeface="Times New Roman" panose="02020603050405020304" pitchFamily="18" charset="0"/>
                <a:cs typeface="Times New Roman" panose="02020603050405020304" pitchFamily="18" charset="0"/>
              </a:rPr>
              <a:t>) {</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    i=partition</a:t>
            </a:r>
            <a:r>
              <a:rPr lang="en-US" altLang="zh-CN" sz="2000" b="1" i="1" spc="15">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m,</a:t>
            </a:r>
            <a:r>
              <a:rPr lang="en-US" altLang="zh-CN" sz="2000" b="1" i="1" spc="397">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n</a:t>
            </a:r>
            <a:r>
              <a:rPr lang="en-US" altLang="zh-CN" sz="2000">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quicksort </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m</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spc="405">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a:solidFill>
                  <a:srgbClr val="000000"/>
                </a:solidFill>
                <a:latin typeface="Times New Roman" panose="02020603050405020304" pitchFamily="18" charset="0"/>
                <a:cs typeface="Times New Roman" panose="02020603050405020304" pitchFamily="18" charset="0"/>
              </a:rPr>
              <a:t>-1); </a:t>
            </a:r>
            <a:r>
              <a:rPr lang="en-US" altLang="zh-CN" sz="2000" b="1" i="1">
                <a:solidFill>
                  <a:srgbClr val="000000"/>
                </a:solidFill>
                <a:latin typeface="Times New Roman" panose="02020603050405020304" pitchFamily="18" charset="0"/>
                <a:cs typeface="Times New Roman" panose="02020603050405020304" pitchFamily="18" charset="0"/>
              </a:rPr>
              <a:t>quicksort </a:t>
            </a:r>
            <a:r>
              <a:rPr lang="en-US" altLang="zh-CN" sz="2000">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a:solidFill>
                  <a:srgbClr val="000000"/>
                </a:solidFill>
                <a:latin typeface="Times New Roman" panose="02020603050405020304" pitchFamily="18" charset="0"/>
                <a:cs typeface="Times New Roman" panose="02020603050405020304" pitchFamily="18" charset="0"/>
              </a:rPr>
              <a:t>+1,</a:t>
            </a:r>
            <a:r>
              <a:rPr lang="en-US" altLang="zh-CN" sz="2000" spc="403">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n</a:t>
            </a:r>
            <a:r>
              <a:rPr lang="en-US" altLang="zh-CN" sz="2000">
                <a:solidFill>
                  <a:srgbClr val="000000"/>
                </a:solidFill>
                <a:latin typeface="Times New Roman" panose="02020603050405020304" pitchFamily="18" charset="0"/>
                <a:cs typeface="Times New Roman" panose="02020603050405020304" pitchFamily="18" charset="0"/>
              </a:rPr>
              <a:t>);</a:t>
            </a:r>
          </a:p>
          <a:p>
            <a:pPr>
              <a:lnSpc>
                <a:spcPct val="90000"/>
              </a:lnSpc>
              <a:spcBef>
                <a:spcPts val="0"/>
              </a:spcBef>
              <a:spcAft>
                <a:spcPts val="0"/>
              </a:spcAft>
            </a:pPr>
            <a:r>
              <a:rPr lang="en-US" altLang="zh-CN" sz="2000">
                <a:solidFill>
                  <a:srgbClr val="000000"/>
                </a:solidFill>
                <a:latin typeface="Times New Roman" panose="02020603050405020304" pitchFamily="18" charset="0"/>
                <a:cs typeface="Times New Roman" panose="02020603050405020304" pitchFamily="18" charset="0"/>
              </a:rPr>
              <a:t>    }</a:t>
            </a:r>
          </a:p>
          <a:p>
            <a:pPr>
              <a:lnSpc>
                <a:spcPct val="90000"/>
              </a:lnSpc>
              <a:spcBef>
                <a:spcPts val="0"/>
              </a:spcBef>
              <a:spcAft>
                <a:spcPts val="0"/>
              </a:spcAft>
            </a:pPr>
            <a:r>
              <a:rPr lang="en-US" altLang="zh-CN" sz="2000">
                <a:solidFill>
                  <a:srgbClr val="000000"/>
                </a:solidFill>
                <a:latin typeface="Times New Roman" panose="02020603050405020304" pitchFamily="18" charset="0"/>
                <a:cs typeface="Times New Roman" panose="02020603050405020304" pitchFamily="18" charset="0"/>
              </a:rPr>
              <a:t>}</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main</a:t>
            </a:r>
            <a:r>
              <a:rPr lang="en-US" altLang="zh-CN" sz="2000">
                <a:solidFill>
                  <a:srgbClr val="000000"/>
                </a:solidFill>
                <a:latin typeface="Times New Roman" panose="02020603050405020304" pitchFamily="18" charset="0"/>
                <a:cs typeface="Times New Roman" panose="02020603050405020304" pitchFamily="18" charset="0"/>
              </a:rPr>
              <a:t>( ){</a:t>
            </a:r>
          </a:p>
          <a:p>
            <a:pPr>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readArray</a:t>
            </a:r>
            <a:r>
              <a:rPr lang="en-US" altLang="zh-CN" sz="2000" b="1" i="1" spc="-15">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 );</a:t>
            </a:r>
          </a:p>
          <a:p>
            <a:pPr marL="0" marR="0">
              <a:lnSpc>
                <a:spcPct val="90000"/>
              </a:lnSpc>
              <a:spcBef>
                <a:spcPts val="0"/>
              </a:spcBef>
              <a:spcAft>
                <a:spcPts val="0"/>
              </a:spcAft>
            </a:pP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[0] = -9999;</a:t>
            </a:r>
          </a:p>
          <a:p>
            <a:pPr marL="0" marR="0">
              <a:lnSpc>
                <a:spcPct val="90000"/>
              </a:lnSpc>
              <a:spcBef>
                <a:spcPts val="0"/>
              </a:spcBef>
              <a:spcAft>
                <a:spcPts val="0"/>
              </a:spcAft>
            </a:pPr>
            <a:r>
              <a:rPr lang="en-US" altLang="zh-CN" sz="2000" b="1" i="1">
                <a:solidFill>
                  <a:srgbClr val="0000FF"/>
                </a:solidFill>
                <a:latin typeface="Times New Roman" panose="02020603050405020304" pitchFamily="18" charset="0"/>
                <a:cs typeface="Times New Roman" panose="02020603050405020304" pitchFamily="18" charset="0"/>
              </a:rPr>
              <a:t>a</a:t>
            </a:r>
            <a:r>
              <a:rPr lang="en-US" altLang="zh-CN" sz="2000">
                <a:solidFill>
                  <a:srgbClr val="000000"/>
                </a:solidFill>
                <a:latin typeface="Times New Roman" panose="02020603050405020304" pitchFamily="18" charset="0"/>
                <a:cs typeface="Times New Roman" panose="02020603050405020304" pitchFamily="18" charset="0"/>
              </a:rPr>
              <a:t>[10] = 9999;</a:t>
            </a:r>
          </a:p>
          <a:p>
            <a:pPr marL="0" marR="0">
              <a:lnSpc>
                <a:spcPct val="90000"/>
              </a:lnSpc>
              <a:spcBef>
                <a:spcPts val="0"/>
              </a:spcBef>
              <a:spcAft>
                <a:spcPts val="0"/>
              </a:spcAft>
            </a:pPr>
            <a:r>
              <a:rPr lang="en-US" altLang="zh-CN" sz="2000" b="1" i="1">
                <a:solidFill>
                  <a:srgbClr val="000000"/>
                </a:solidFill>
                <a:latin typeface="Times New Roman" panose="02020603050405020304" pitchFamily="18" charset="0"/>
                <a:cs typeface="Times New Roman" panose="02020603050405020304" pitchFamily="18" charset="0"/>
              </a:rPr>
              <a:t>quicksort </a:t>
            </a:r>
            <a:r>
              <a:rPr lang="en-US" altLang="zh-CN" sz="2000">
                <a:solidFill>
                  <a:srgbClr val="000000"/>
                </a:solidFill>
                <a:latin typeface="Times New Roman" panose="02020603050405020304" pitchFamily="18" charset="0"/>
                <a:cs typeface="Times New Roman" panose="02020603050405020304" pitchFamily="18" charset="0"/>
              </a:rPr>
              <a:t>(1, 9);</a:t>
            </a:r>
          </a:p>
          <a:p>
            <a:pPr>
              <a:lnSpc>
                <a:spcPct val="90000"/>
              </a:lnSpc>
              <a:spcBef>
                <a:spcPts val="0"/>
              </a:spcBef>
              <a:spcAft>
                <a:spcPts val="0"/>
              </a:spcAft>
            </a:pPr>
            <a:r>
              <a:rPr lang="en-US" altLang="zh-CN" sz="2000">
                <a:solidFill>
                  <a:srgbClr val="000000"/>
                </a:solidFill>
                <a:latin typeface="Times New Roman" panose="02020603050405020304" pitchFamily="18" charset="0"/>
                <a:cs typeface="Times New Roman" panose="02020603050405020304" pitchFamily="18" charset="0"/>
              </a:rPr>
              <a:t>}</a:t>
            </a:r>
          </a:p>
        </p:txBody>
      </p:sp>
      <p:sp>
        <p:nvSpPr>
          <p:cNvPr id="6" name="文本框 5">
            <a:extLst>
              <a:ext uri="{FF2B5EF4-FFF2-40B4-BE49-F238E27FC236}">
                <a16:creationId xmlns:a16="http://schemas.microsoft.com/office/drawing/2014/main" id="{080785C5-92F6-EDB5-323D-22C18C1D0A31}"/>
              </a:ext>
            </a:extLst>
          </p:cNvPr>
          <p:cNvSpPr txBox="1"/>
          <p:nvPr/>
        </p:nvSpPr>
        <p:spPr>
          <a:xfrm>
            <a:off x="5564584" y="6226522"/>
            <a:ext cx="4464496" cy="998030"/>
          </a:xfrm>
          <a:prstGeom prst="rect">
            <a:avLst/>
          </a:prstGeom>
          <a:solidFill>
            <a:srgbClr val="FEEA58"/>
          </a:solidFill>
          <a:ln>
            <a:solidFill>
              <a:schemeClr val="tx1"/>
            </a:solidFill>
          </a:ln>
        </p:spPr>
        <p:txBody>
          <a:bodyPr wrap="square" rtlCol="0">
            <a:spAutoFit/>
          </a:bodyPr>
          <a:lstStyle/>
          <a:p>
            <a:pPr marL="0" marR="0">
              <a:lnSpc>
                <a:spcPts val="2237"/>
              </a:lnSpc>
              <a:spcBef>
                <a:spcPts val="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过程中使用的数据要么是自身</a:t>
            </a:r>
          </a:p>
          <a:p>
            <a:pPr marL="0" marR="0">
              <a:lnSpc>
                <a:spcPts val="2237"/>
              </a:lnSpc>
              <a:spcBef>
                <a:spcPts val="162"/>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定义的</a:t>
            </a:r>
            <a:r>
              <a:rPr lang="zh-CN" altLang="en-US" sz="2400">
                <a:solidFill>
                  <a:srgbClr val="0000FF"/>
                </a:solidFill>
                <a:latin typeface="楷体" panose="02010609060101010101" pitchFamily="49" charset="-122"/>
                <a:ea typeface="楷体" panose="02010609060101010101" pitchFamily="49" charset="-122"/>
                <a:cs typeface="STKaiti"/>
              </a:rPr>
              <a:t>局部数据</a:t>
            </a:r>
            <a:r>
              <a:rPr lang="zh-CN" altLang="en-US" sz="2400">
                <a:solidFill>
                  <a:srgbClr val="000000"/>
                </a:solidFill>
                <a:latin typeface="楷体" panose="02010609060101010101" pitchFamily="49" charset="-122"/>
                <a:ea typeface="楷体" panose="02010609060101010101" pitchFamily="49" charset="-122"/>
                <a:cs typeface="STKaiti"/>
              </a:rPr>
              <a:t>，要么是在所</a:t>
            </a:r>
          </a:p>
          <a:p>
            <a:pPr marL="0" marR="0">
              <a:lnSpc>
                <a:spcPts val="2237"/>
              </a:lnSpc>
              <a:spcBef>
                <a:spcPts val="162"/>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有过程之外定义的</a:t>
            </a:r>
            <a:r>
              <a:rPr lang="zh-CN" altLang="en-US" sz="2400">
                <a:solidFill>
                  <a:srgbClr val="0000FF"/>
                </a:solidFill>
                <a:latin typeface="楷体" panose="02010609060101010101" pitchFamily="49" charset="-122"/>
                <a:ea typeface="楷体" panose="02010609060101010101" pitchFamily="49" charset="-122"/>
                <a:cs typeface="STKaiti"/>
              </a:rPr>
              <a:t>全局数据</a:t>
            </a:r>
            <a:endParaRPr lang="zh-CN" altLang="en-US" sz="2400" dirty="0">
              <a:solidFill>
                <a:srgbClr val="0000FF"/>
              </a:solidFill>
              <a:latin typeface="楷体" panose="02010609060101010101" pitchFamily="49" charset="-122"/>
              <a:ea typeface="楷体" panose="02010609060101010101" pitchFamily="49" charset="-122"/>
              <a:cs typeface="STKaiti"/>
            </a:endParaRPr>
          </a:p>
        </p:txBody>
      </p:sp>
    </p:spTree>
    <p:extLst>
      <p:ext uri="{BB962C8B-B14F-4D97-AF65-F5344CB8AC3E}">
        <p14:creationId xmlns:p14="http://schemas.microsoft.com/office/powerpoint/2010/main" val="825476830"/>
      </p:ext>
    </p:extLst>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E366F6-BF5E-C5E2-435D-AA70D3D32F65}"/>
              </a:ext>
            </a:extLst>
          </p:cNvPr>
          <p:cNvGrpSpPr/>
          <p:nvPr/>
        </p:nvGrpSpPr>
        <p:grpSpPr>
          <a:xfrm>
            <a:off x="1028080" y="537890"/>
            <a:ext cx="8352928" cy="540000"/>
            <a:chOff x="1098228" y="755045"/>
            <a:chExt cx="8352928" cy="380567"/>
          </a:xfrm>
        </p:grpSpPr>
        <p:sp>
          <p:nvSpPr>
            <p:cNvPr id="3" name="object 3">
              <a:extLst>
                <a:ext uri="{FF2B5EF4-FFF2-40B4-BE49-F238E27FC236}">
                  <a16:creationId xmlns:a16="http://schemas.microsoft.com/office/drawing/2014/main" id="{A33FCAE4-9CAA-8EF8-2FB7-FA0D51D76E91}"/>
                </a:ext>
              </a:extLst>
            </p:cNvPr>
            <p:cNvSpPr txBox="1"/>
            <p:nvPr/>
          </p:nvSpPr>
          <p:spPr>
            <a:xfrm>
              <a:off x="2280236" y="772162"/>
              <a:ext cx="7170920" cy="332093"/>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无过程嵌套声明的数据访问</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9491815-D8BD-C786-F04B-19D1A09BB412}"/>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7" name="文本框 6">
            <a:extLst>
              <a:ext uri="{FF2B5EF4-FFF2-40B4-BE49-F238E27FC236}">
                <a16:creationId xmlns:a16="http://schemas.microsoft.com/office/drawing/2014/main" id="{62C5260E-D511-2340-3D6C-816B30649B55}"/>
              </a:ext>
            </a:extLst>
          </p:cNvPr>
          <p:cNvSpPr txBox="1"/>
          <p:nvPr/>
        </p:nvSpPr>
        <p:spPr>
          <a:xfrm>
            <a:off x="1748160" y="1834034"/>
            <a:ext cx="9577064" cy="2221762"/>
          </a:xfrm>
          <a:prstGeom prst="rect">
            <a:avLst/>
          </a:prstGeom>
          <a:noFill/>
        </p:spPr>
        <p:txBody>
          <a:bodyPr wrap="square" rtlCol="0">
            <a:spAutoFit/>
          </a:bodyPr>
          <a:lstStyle/>
          <a:p>
            <a:pPr algn="l">
              <a:lnSpc>
                <a:spcPct val="150000"/>
              </a:lnSpc>
            </a:pPr>
            <a:r>
              <a:rPr lang="zh-CN" altLang="en-US" sz="2400">
                <a:latin typeface="宋体" panose="02010600030101010101" pitchFamily="2" charset="-122"/>
              </a:rPr>
              <a:t>变量的存储分配和访问</a:t>
            </a:r>
            <a:endParaRPr lang="en-US" altLang="zh-CN" sz="2400">
              <a:latin typeface="宋体" panose="02010600030101010101" pitchFamily="2" charset="-122"/>
            </a:endParaRPr>
          </a:p>
          <a:p>
            <a:pPr marL="342900" indent="-342900" algn="l">
              <a:lnSpc>
                <a:spcPct val="150000"/>
              </a:lnSpc>
              <a:buClr>
                <a:schemeClr val="tx1"/>
              </a:buClr>
              <a:buFont typeface="Wingdings" panose="05000000000000000000" pitchFamily="2" charset="2"/>
              <a:buChar char="Ø"/>
            </a:pPr>
            <a:r>
              <a:rPr lang="zh-CN" altLang="en-US" sz="2400">
                <a:solidFill>
                  <a:srgbClr val="2D84F3"/>
                </a:solidFill>
                <a:latin typeface="宋体" panose="02010600030101010101" pitchFamily="2" charset="-122"/>
              </a:rPr>
              <a:t>全局变量</a:t>
            </a:r>
            <a:r>
              <a:rPr lang="zh-CN" altLang="en-US" sz="2400">
                <a:latin typeface="宋体" panose="02010600030101010101" pitchFamily="2" charset="-122"/>
              </a:rPr>
              <a:t>被分配在静态存储区，使用</a:t>
            </a:r>
            <a:r>
              <a:rPr lang="zh-CN" altLang="en-US" sz="2400">
                <a:solidFill>
                  <a:srgbClr val="2D84F3"/>
                </a:solidFill>
                <a:latin typeface="宋体" panose="02010600030101010101" pitchFamily="2" charset="-122"/>
              </a:rPr>
              <a:t>静态确定的地址</a:t>
            </a:r>
            <a:r>
              <a:rPr lang="zh-CN" altLang="en-US" sz="2400">
                <a:latin typeface="宋体" panose="02010600030101010101" pitchFamily="2" charset="-122"/>
              </a:rPr>
              <a:t>访问它们</a:t>
            </a:r>
            <a:endParaRPr lang="en-US" altLang="zh-CN" sz="2400">
              <a:latin typeface="宋体" panose="02010600030101010101" pitchFamily="2" charset="-122"/>
            </a:endParaRPr>
          </a:p>
          <a:p>
            <a:pPr marL="342900" indent="-342900" algn="l">
              <a:lnSpc>
                <a:spcPct val="150000"/>
              </a:lnSpc>
              <a:buClr>
                <a:schemeClr val="tx1"/>
              </a:buClr>
              <a:buFont typeface="Wingdings" panose="05000000000000000000" pitchFamily="2" charset="2"/>
              <a:buChar char="Ø"/>
            </a:pPr>
            <a:r>
              <a:rPr lang="zh-CN" altLang="en-US" sz="2400">
                <a:solidFill>
                  <a:srgbClr val="2D84F3"/>
                </a:solidFill>
                <a:latin typeface="宋体" panose="02010600030101010101" pitchFamily="2" charset="-122"/>
              </a:rPr>
              <a:t>其它变量</a:t>
            </a:r>
            <a:r>
              <a:rPr lang="zh-CN" altLang="en-US" sz="2400" b="1">
                <a:latin typeface="宋体" panose="02010600030101010101" pitchFamily="2" charset="-122"/>
              </a:rPr>
              <a:t>一定</a:t>
            </a:r>
            <a:r>
              <a:rPr lang="zh-CN" altLang="en-US" sz="2400">
                <a:latin typeface="宋体" panose="02010600030101010101" pitchFamily="2" charset="-122"/>
              </a:rPr>
              <a:t>是栈顶活动的局部变量。可以通过运行时刻栈的</a:t>
            </a:r>
            <a:r>
              <a:rPr lang="en-US" altLang="zh-CN" sz="2400" b="1">
                <a:solidFill>
                  <a:srgbClr val="2D84F3"/>
                </a:solidFill>
                <a:latin typeface="宋体" panose="02010600030101010101" pitchFamily="2" charset="-122"/>
              </a:rPr>
              <a:t>top_sp</a:t>
            </a:r>
            <a:r>
              <a:rPr lang="zh-CN" altLang="en-US" sz="2400">
                <a:latin typeface="宋体" panose="02010600030101010101" pitchFamily="2" charset="-122"/>
              </a:rPr>
              <a:t>指针访问它们</a:t>
            </a:r>
            <a:endParaRPr lang="en-US" altLang="zh-CN" sz="2400">
              <a:latin typeface="宋体" panose="02010600030101010101" pitchFamily="2" charset="-122"/>
            </a:endParaRPr>
          </a:p>
        </p:txBody>
      </p:sp>
    </p:spTree>
    <p:extLst>
      <p:ext uri="{BB962C8B-B14F-4D97-AF65-F5344CB8AC3E}">
        <p14:creationId xmlns:p14="http://schemas.microsoft.com/office/powerpoint/2010/main" val="1163755899"/>
      </p:ext>
    </p:extLst>
  </p:cSld>
  <p:clrMapOvr>
    <a:masterClrMapping/>
  </p:clrMapOvr>
  <p:transition spd="slow">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E366F6-BF5E-C5E2-435D-AA70D3D32F65}"/>
              </a:ext>
            </a:extLst>
          </p:cNvPr>
          <p:cNvGrpSpPr/>
          <p:nvPr/>
        </p:nvGrpSpPr>
        <p:grpSpPr>
          <a:xfrm>
            <a:off x="1028080" y="537890"/>
            <a:ext cx="8352928" cy="540000"/>
            <a:chOff x="1098228" y="755045"/>
            <a:chExt cx="8352928" cy="380567"/>
          </a:xfrm>
        </p:grpSpPr>
        <p:sp>
          <p:nvSpPr>
            <p:cNvPr id="3" name="object 3">
              <a:extLst>
                <a:ext uri="{FF2B5EF4-FFF2-40B4-BE49-F238E27FC236}">
                  <a16:creationId xmlns:a16="http://schemas.microsoft.com/office/drawing/2014/main" id="{A33FCAE4-9CAA-8EF8-2FB7-FA0D51D76E91}"/>
                </a:ext>
              </a:extLst>
            </p:cNvPr>
            <p:cNvSpPr txBox="1"/>
            <p:nvPr/>
          </p:nvSpPr>
          <p:spPr>
            <a:xfrm>
              <a:off x="2280236" y="772162"/>
              <a:ext cx="7170920" cy="332093"/>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有过程嵌套声明的数据访问</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9491815-D8BD-C786-F04B-19D1A09BB412}"/>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7" name="文本框 6">
            <a:extLst>
              <a:ext uri="{FF2B5EF4-FFF2-40B4-BE49-F238E27FC236}">
                <a16:creationId xmlns:a16="http://schemas.microsoft.com/office/drawing/2014/main" id="{62C5260E-D511-2340-3D6C-816B30649B55}"/>
              </a:ext>
            </a:extLst>
          </p:cNvPr>
          <p:cNvSpPr txBox="1"/>
          <p:nvPr/>
        </p:nvSpPr>
        <p:spPr>
          <a:xfrm>
            <a:off x="1748160" y="1834034"/>
            <a:ext cx="9577064" cy="3329758"/>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过程的嵌套深度</a:t>
            </a:r>
            <a:endParaRPr lang="en-US" altLang="zh-CN" sz="2400">
              <a:latin typeface="宋体" panose="02010600030101010101" pitchFamily="2" charset="-122"/>
            </a:endParaRPr>
          </a:p>
          <a:p>
            <a:pPr marL="342900" indent="-165100" algn="l">
              <a:lnSpc>
                <a:spcPct val="150000"/>
              </a:lnSpc>
              <a:buFont typeface="Arial" panose="020B0604020202020204" pitchFamily="34" charset="0"/>
              <a:buChar char="•"/>
            </a:pPr>
            <a:r>
              <a:rPr lang="zh-CN" altLang="en-US" sz="2400">
                <a:latin typeface="宋体" panose="02010600030101010101" pitchFamily="2" charset="-122"/>
              </a:rPr>
              <a:t>不内嵌在任何其它过程中的过程，设其嵌套深度为</a:t>
            </a:r>
            <a:r>
              <a:rPr lang="en-US" altLang="zh-CN" sz="2400">
                <a:latin typeface="宋体" panose="02010600030101010101" pitchFamily="2" charset="-122"/>
              </a:rPr>
              <a:t>1</a:t>
            </a:r>
          </a:p>
          <a:p>
            <a:pPr marL="342900" indent="-165100" algn="l">
              <a:lnSpc>
                <a:spcPct val="150000"/>
              </a:lnSpc>
              <a:buFont typeface="Arial" panose="020B0604020202020204" pitchFamily="34" charset="0"/>
              <a:buChar char="•"/>
            </a:pPr>
            <a:r>
              <a:rPr lang="zh-CN" altLang="en-US" sz="2400">
                <a:latin typeface="宋体" panose="02010600030101010101" pitchFamily="2" charset="-122"/>
              </a:rPr>
              <a:t>如果一个过程</a:t>
            </a:r>
            <a:r>
              <a:rPr lang="en-US" altLang="zh-CN" sz="2400">
                <a:latin typeface="宋体" panose="02010600030101010101" pitchFamily="2" charset="-122"/>
              </a:rPr>
              <a:t>p</a:t>
            </a:r>
            <a:r>
              <a:rPr lang="zh-CN" altLang="en-US" sz="2400">
                <a:latin typeface="宋体" panose="02010600030101010101" pitchFamily="2" charset="-122"/>
              </a:rPr>
              <a:t>在一个嵌套深度为</a:t>
            </a:r>
            <a:r>
              <a:rPr lang="en-US" altLang="zh-CN" sz="2400">
                <a:latin typeface="宋体" panose="02010600030101010101" pitchFamily="2" charset="-122"/>
              </a:rPr>
              <a:t>i</a:t>
            </a:r>
            <a:r>
              <a:rPr lang="zh-CN" altLang="en-US" sz="2400">
                <a:latin typeface="宋体" panose="02010600030101010101" pitchFamily="2" charset="-122"/>
              </a:rPr>
              <a:t>的过程中定义，则设定</a:t>
            </a:r>
            <a:r>
              <a:rPr lang="en-US" altLang="zh-CN" sz="2400">
                <a:latin typeface="宋体" panose="02010600030101010101" pitchFamily="2" charset="-122"/>
              </a:rPr>
              <a:t>p</a:t>
            </a:r>
            <a:r>
              <a:rPr lang="zh-CN" altLang="en-US" sz="2400">
                <a:latin typeface="宋体" panose="02010600030101010101" pitchFamily="2" charset="-122"/>
              </a:rPr>
              <a:t>的嵌套深度为</a:t>
            </a:r>
            <a:r>
              <a:rPr lang="en-US" altLang="zh-CN" sz="2400">
                <a:latin typeface="宋体" panose="02010600030101010101" pitchFamily="2" charset="-122"/>
              </a:rPr>
              <a:t>i+1</a:t>
            </a:r>
          </a:p>
          <a:p>
            <a:pPr marL="342900" indent="-342900" algn="l">
              <a:lnSpc>
                <a:spcPct val="150000"/>
              </a:lnSpc>
              <a:buFont typeface="Wingdings" panose="05000000000000000000" pitchFamily="2" charset="2"/>
              <a:buChar char="Ø"/>
            </a:pPr>
            <a:r>
              <a:rPr lang="zh-CN" altLang="en-US" sz="2400">
                <a:latin typeface="宋体" panose="02010600030101010101" pitchFamily="2" charset="-122"/>
              </a:rPr>
              <a:t>变量的嵌套深度</a:t>
            </a:r>
            <a:endParaRPr lang="en-US" altLang="zh-CN" sz="2400">
              <a:latin typeface="宋体" panose="02010600030101010101" pitchFamily="2" charset="-122"/>
            </a:endParaRPr>
          </a:p>
          <a:p>
            <a:pPr marL="342900" indent="-165100" algn="l">
              <a:lnSpc>
                <a:spcPct val="150000"/>
              </a:lnSpc>
              <a:buFont typeface="Arial" panose="020B0604020202020204" pitchFamily="34" charset="0"/>
              <a:buChar char="•"/>
            </a:pPr>
            <a:r>
              <a:rPr lang="zh-CN" altLang="en-US" sz="2400">
                <a:latin typeface="宋体" panose="02010600030101010101" pitchFamily="2" charset="-122"/>
              </a:rPr>
              <a:t>将变量声明所在过程的嵌套深度作为该变量的嵌套深度</a:t>
            </a:r>
            <a:endParaRPr lang="en-US" altLang="zh-CN" sz="2400">
              <a:latin typeface="宋体" panose="02010600030101010101" pitchFamily="2" charset="-122"/>
            </a:endParaRPr>
          </a:p>
        </p:txBody>
      </p:sp>
    </p:spTree>
    <p:extLst>
      <p:ext uri="{BB962C8B-B14F-4D97-AF65-F5344CB8AC3E}">
        <p14:creationId xmlns:p14="http://schemas.microsoft.com/office/powerpoint/2010/main" val="3779158825"/>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D91085E-BE18-072D-A64E-D84D7ED574CE}"/>
              </a:ext>
            </a:extLst>
          </p:cNvPr>
          <p:cNvSpPr txBox="1"/>
          <p:nvPr/>
        </p:nvSpPr>
        <p:spPr>
          <a:xfrm>
            <a:off x="1676152" y="1401986"/>
            <a:ext cx="9217024" cy="5632311"/>
          </a:xfrm>
          <a:prstGeom prst="rect">
            <a:avLst/>
          </a:prstGeom>
          <a:noFill/>
        </p:spPr>
        <p:txBody>
          <a:bodyPr wrap="square" rtlCol="0">
            <a:spAutoFit/>
          </a:bodyPr>
          <a:lstStyle/>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program </a:t>
            </a:r>
            <a:r>
              <a:rPr lang="en-US" altLang="zh-CN" sz="2400" b="1" i="1">
                <a:solidFill>
                  <a:srgbClr val="FF0000"/>
                </a:solidFill>
                <a:latin typeface="Times New Roman" panose="02020603050405020304" pitchFamily="18" charset="0"/>
                <a:cs typeface="Times New Roman" panose="02020603050405020304" pitchFamily="18" charset="0"/>
              </a:rPr>
              <a:t>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input</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output </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var a</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array</a:t>
            </a:r>
            <a:r>
              <a:rPr lang="en-US" altLang="zh-CN" sz="2400">
                <a:solidFill>
                  <a:srgbClr val="000000"/>
                </a:solidFill>
                <a:latin typeface="Times New Roman" panose="02020603050405020304" pitchFamily="18" charset="0"/>
                <a:cs typeface="Times New Roman" panose="02020603050405020304" pitchFamily="18" charset="0"/>
              </a:rPr>
              <a:t>[0..10] </a:t>
            </a:r>
            <a:r>
              <a:rPr lang="en-US" altLang="zh-CN" sz="2400" b="1" i="1">
                <a:solidFill>
                  <a:srgbClr val="000000"/>
                </a:solidFill>
                <a:latin typeface="Times New Roman" panose="02020603050405020304" pitchFamily="18" charset="0"/>
                <a:cs typeface="Times New Roman" panose="02020603050405020304" pitchFamily="18" charset="0"/>
              </a:rPr>
              <a:t>of 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x</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readarray</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var 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readarray</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cs typeface="Times New Roman" panose="02020603050405020304" pitchFamily="18" charset="0"/>
              </a:rPr>
              <a:t>；</a:t>
            </a:r>
          </a:p>
          <a:p>
            <a:pPr marL="1"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exchang</a:t>
            </a:r>
            <a:r>
              <a:rPr lang="en-US" altLang="zh-CN" sz="2400">
                <a:solidFill>
                  <a:srgbClr val="FF0000"/>
                </a:solidFill>
                <a:latin typeface="Times New Roman" panose="02020603050405020304" pitchFamily="18" charset="0"/>
                <a:cs typeface="Times New Roman" panose="02020603050405020304" pitchFamily="18" charset="0"/>
              </a:rPr>
              <a:t>e</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1"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b="1" i="1">
                <a:solidFill>
                  <a:srgbClr val="0000FF"/>
                </a:solidFill>
                <a:latin typeface="Times New Roman" panose="02020603050405020304" pitchFamily="18" charset="0"/>
                <a:cs typeface="Times New Roman" panose="02020603050405020304" pitchFamily="18" charset="0"/>
              </a:rPr>
              <a:t>x</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x</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exchang</a:t>
            </a:r>
            <a:r>
              <a:rPr lang="en-US" altLang="zh-CN" sz="2400">
                <a:solidFill>
                  <a:srgbClr val="0000FF"/>
                </a:solidFill>
                <a:latin typeface="Times New Roman" panose="02020603050405020304" pitchFamily="18" charset="0"/>
                <a:cs typeface="Times New Roman" panose="02020603050405020304" pitchFamily="18" charset="0"/>
              </a:rPr>
              <a:t>e</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quicksort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m</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n</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22"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var k</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v </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function </a:t>
            </a:r>
            <a:r>
              <a:rPr lang="sv-SE" altLang="zh-CN" sz="2400" b="1" i="1">
                <a:solidFill>
                  <a:srgbClr val="FF0000"/>
                </a:solidFill>
                <a:latin typeface="Times New Roman" panose="02020603050405020304" pitchFamily="18" charset="0"/>
                <a:cs typeface="Times New Roman" panose="02020603050405020304" pitchFamily="18" charset="0"/>
              </a:rPr>
              <a:t>partition</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y</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z</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intege</a:t>
            </a:r>
            <a:r>
              <a:rPr lang="sv-SE" altLang="zh-CN" sz="2400">
                <a:solidFill>
                  <a:srgbClr val="000000"/>
                </a:solidFill>
                <a:latin typeface="Times New Roman" panose="02020603050405020304" pitchFamily="18" charset="0"/>
                <a:cs typeface="Times New Roman" panose="02020603050405020304" pitchFamily="18" charset="0"/>
              </a:rPr>
              <a:t>r;</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var i</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j </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v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exchange</a:t>
            </a:r>
            <a:r>
              <a:rPr lang="en-US" altLang="zh-CN" sz="2400">
                <a:solidFill>
                  <a:srgbClr val="0000FF"/>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 …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partition</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v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partition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quicksort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quicksort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endParaRPr lang="zh-CN" altLang="en-US" sz="2400">
              <a:solidFill>
                <a:srgbClr val="000000"/>
              </a:solidFill>
              <a:latin typeface="Times New Roman" panose="02020603050405020304" pitchFamily="18" charset="0"/>
              <a:cs typeface="Times New Roman" panose="02020603050405020304" pitchFamily="18" charset="0"/>
            </a:endParaRP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readarray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quicksort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sort</a:t>
            </a:r>
            <a:r>
              <a:rPr lang="en-US" altLang="zh-CN" sz="240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34DB1EFD-BF78-5657-D546-E4B37111E972}"/>
              </a:ext>
            </a:extLst>
          </p:cNvPr>
          <p:cNvGraphicFramePr>
            <a:graphicFrameLocks noGrp="1"/>
          </p:cNvGraphicFramePr>
          <p:nvPr>
            <p:extLst>
              <p:ext uri="{D42A27DB-BD31-4B8C-83A1-F6EECF244321}">
                <p14:modId xmlns:p14="http://schemas.microsoft.com/office/powerpoint/2010/main" val="1100481000"/>
              </p:ext>
            </p:extLst>
          </p:nvPr>
        </p:nvGraphicFramePr>
        <p:xfrm>
          <a:off x="7580808" y="793044"/>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spTree>
    <p:extLst>
      <p:ext uri="{BB962C8B-B14F-4D97-AF65-F5344CB8AC3E}">
        <p14:creationId xmlns:p14="http://schemas.microsoft.com/office/powerpoint/2010/main" val="1552364062"/>
      </p:ext>
    </p:extLst>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E366F6-BF5E-C5E2-435D-AA70D3D32F65}"/>
              </a:ext>
            </a:extLst>
          </p:cNvPr>
          <p:cNvGrpSpPr/>
          <p:nvPr/>
        </p:nvGrpSpPr>
        <p:grpSpPr>
          <a:xfrm>
            <a:off x="1028080" y="537890"/>
            <a:ext cx="8352928" cy="540000"/>
            <a:chOff x="1098228" y="755045"/>
            <a:chExt cx="8352928" cy="380567"/>
          </a:xfrm>
        </p:grpSpPr>
        <p:sp>
          <p:nvSpPr>
            <p:cNvPr id="3" name="object 3">
              <a:extLst>
                <a:ext uri="{FF2B5EF4-FFF2-40B4-BE49-F238E27FC236}">
                  <a16:creationId xmlns:a16="http://schemas.microsoft.com/office/drawing/2014/main" id="{A33FCAE4-9CAA-8EF8-2FB7-FA0D51D76E91}"/>
                </a:ext>
              </a:extLst>
            </p:cNvPr>
            <p:cNvSpPr txBox="1"/>
            <p:nvPr/>
          </p:nvSpPr>
          <p:spPr>
            <a:xfrm>
              <a:off x="2280236" y="772162"/>
              <a:ext cx="7170920"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访问链</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69491815-D8BD-C786-F04B-19D1A09BB412}"/>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7" name="文本框 6">
            <a:extLst>
              <a:ext uri="{FF2B5EF4-FFF2-40B4-BE49-F238E27FC236}">
                <a16:creationId xmlns:a16="http://schemas.microsoft.com/office/drawing/2014/main" id="{62C5260E-D511-2340-3D6C-816B30649B55}"/>
              </a:ext>
            </a:extLst>
          </p:cNvPr>
          <p:cNvSpPr txBox="1"/>
          <p:nvPr/>
        </p:nvSpPr>
        <p:spPr>
          <a:xfrm>
            <a:off x="1820168" y="1546002"/>
            <a:ext cx="8928992" cy="5161991"/>
          </a:xfrm>
          <a:prstGeom prst="rect">
            <a:avLst/>
          </a:prstGeom>
          <a:noFill/>
        </p:spPr>
        <p:txBody>
          <a:bodyPr wrap="square" rtlCol="0">
            <a:spAutoFit/>
          </a:bodyPr>
          <a:lstStyle/>
          <a:p>
            <a:pPr marL="457200" marR="0" indent="-457200">
              <a:lnSpc>
                <a:spcPct val="150000"/>
              </a:lnSpc>
              <a:spcBef>
                <a:spcPts val="0"/>
              </a:spcBef>
              <a:spcAft>
                <a:spcPts val="0"/>
              </a:spcAft>
              <a:buFont typeface="Wingdings" panose="05000000000000000000" pitchFamily="2" charset="2"/>
              <a:buChar char="Ø"/>
            </a:pPr>
            <a:r>
              <a:rPr lang="zh-CN" altLang="en-US">
                <a:solidFill>
                  <a:srgbClr val="000000"/>
                </a:solidFill>
                <a:latin typeface="楷体" panose="02010609060101010101" pitchFamily="49" charset="-122"/>
                <a:ea typeface="楷体" panose="02010609060101010101" pitchFamily="49" charset="-122"/>
                <a:cs typeface="STKaiti"/>
              </a:rPr>
              <a:t>静态作用域规则：只要过程</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b</a:t>
            </a:r>
            <a:r>
              <a:rPr lang="zh-CN" altLang="en-US">
                <a:solidFill>
                  <a:srgbClr val="000000"/>
                </a:solidFill>
                <a:latin typeface="楷体" panose="02010609060101010101" pitchFamily="49" charset="-122"/>
                <a:ea typeface="楷体" panose="02010609060101010101" pitchFamily="49" charset="-122"/>
                <a:cs typeface="STKaiti"/>
              </a:rPr>
              <a:t>的声明嵌套在过程</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a</a:t>
            </a:r>
            <a:r>
              <a:rPr lang="zh-CN" altLang="en-US">
                <a:solidFill>
                  <a:srgbClr val="000000"/>
                </a:solidFill>
                <a:latin typeface="楷体" panose="02010609060101010101" pitchFamily="49" charset="-122"/>
                <a:ea typeface="楷体" panose="02010609060101010101" pitchFamily="49" charset="-122"/>
                <a:cs typeface="STKaiti"/>
              </a:rPr>
              <a:t>的声明中，过程</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b</a:t>
            </a:r>
            <a:r>
              <a:rPr lang="zh-CN" altLang="en-US">
                <a:solidFill>
                  <a:srgbClr val="000000"/>
                </a:solidFill>
                <a:latin typeface="楷体" panose="02010609060101010101" pitchFamily="49" charset="-122"/>
                <a:ea typeface="楷体" panose="02010609060101010101" pitchFamily="49" charset="-122"/>
                <a:cs typeface="STKaiti"/>
              </a:rPr>
              <a:t>就可以访问过程</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a</a:t>
            </a:r>
            <a:r>
              <a:rPr lang="zh-CN" altLang="en-US">
                <a:solidFill>
                  <a:srgbClr val="000000"/>
                </a:solidFill>
                <a:latin typeface="楷体" panose="02010609060101010101" pitchFamily="49" charset="-122"/>
                <a:ea typeface="楷体" panose="02010609060101010101" pitchFamily="49" charset="-122"/>
                <a:cs typeface="STKaiti"/>
              </a:rPr>
              <a:t>中声明的对象</a:t>
            </a:r>
            <a:endParaRPr lang="en-US" altLang="zh-CN">
              <a:solidFill>
                <a:srgbClr val="000000"/>
              </a:solidFill>
              <a:latin typeface="楷体" panose="02010609060101010101" pitchFamily="49" charset="-122"/>
              <a:ea typeface="楷体" panose="02010609060101010101" pitchFamily="49" charset="-122"/>
              <a:cs typeface="STKaiti"/>
            </a:endParaRPr>
          </a:p>
          <a:p>
            <a:pPr marL="457200" marR="0" indent="-457200">
              <a:lnSpc>
                <a:spcPct val="150000"/>
              </a:lnSpc>
              <a:spcBef>
                <a:spcPts val="0"/>
              </a:spcBef>
              <a:spcAft>
                <a:spcPts val="0"/>
              </a:spcAft>
              <a:buFont typeface="Wingdings" panose="05000000000000000000" pitchFamily="2" charset="2"/>
              <a:buChar char="Ø"/>
            </a:pPr>
            <a:r>
              <a:rPr lang="zh-CN" altLang="en-US">
                <a:solidFill>
                  <a:srgbClr val="000000"/>
                </a:solidFill>
                <a:latin typeface="楷体" panose="02010609060101010101" pitchFamily="49" charset="-122"/>
                <a:ea typeface="楷体" panose="02010609060101010101" pitchFamily="49" charset="-122"/>
                <a:cs typeface="STKaiti"/>
              </a:rPr>
              <a:t>可以在相互嵌套的过程的活动记录之间建立一种称为</a:t>
            </a:r>
            <a:r>
              <a:rPr lang="zh-CN" altLang="en-US">
                <a:solidFill>
                  <a:srgbClr val="FF0000"/>
                </a:solidFill>
                <a:latin typeface="楷体" panose="02010609060101010101" pitchFamily="49" charset="-122"/>
                <a:ea typeface="楷体" panose="02010609060101010101" pitchFamily="49" charset="-122"/>
                <a:cs typeface="STKaiti"/>
              </a:rPr>
              <a:t>访问链</a:t>
            </a:r>
            <a:r>
              <a:rPr lang="en-US" altLang="zh-CN">
                <a:solidFill>
                  <a:srgbClr val="000000"/>
                </a:solidFill>
                <a:latin typeface="楷体" panose="02010609060101010101" pitchFamily="49" charset="-122"/>
                <a:ea typeface="楷体" panose="02010609060101010101" pitchFamily="49" charset="-122"/>
                <a:cs typeface="TMVGLV+TimesNewRomanPS-BoldMT"/>
              </a:rPr>
              <a:t>(</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Access</a:t>
            </a:r>
            <a:r>
              <a:rPr lang="zh-CN" altLang="en-US" b="1" i="1" spc="-20">
                <a:solidFill>
                  <a:srgbClr val="000000"/>
                </a:solidFill>
                <a:latin typeface="楷体" panose="02010609060101010101" pitchFamily="49" charset="-122"/>
                <a:ea typeface="楷体" panose="02010609060101010101" pitchFamily="49" charset="-122"/>
                <a:cs typeface="DOSGBW+TimesNewRomanPS-BoldItalicMT"/>
              </a:rPr>
              <a:t> </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link</a:t>
            </a:r>
            <a:r>
              <a:rPr lang="en-US" altLang="zh-CN">
                <a:solidFill>
                  <a:srgbClr val="000000"/>
                </a:solidFill>
                <a:latin typeface="楷体" panose="02010609060101010101" pitchFamily="49" charset="-122"/>
                <a:ea typeface="楷体" panose="02010609060101010101" pitchFamily="49" charset="-122"/>
                <a:cs typeface="TMVGLV+TimesNewRomanPS-BoldMT"/>
              </a:rPr>
              <a:t>)</a:t>
            </a:r>
            <a:r>
              <a:rPr lang="zh-CN" altLang="en-US">
                <a:solidFill>
                  <a:srgbClr val="000000"/>
                </a:solidFill>
                <a:latin typeface="楷体" panose="02010609060101010101" pitchFamily="49" charset="-122"/>
                <a:ea typeface="楷体" panose="02010609060101010101" pitchFamily="49" charset="-122"/>
                <a:cs typeface="STKaiti"/>
              </a:rPr>
              <a:t>的指针，使得内嵌的过程可以访问外层过程中声明的对象</a:t>
            </a:r>
          </a:p>
          <a:p>
            <a:pPr marL="457200" marR="0" indent="-457200">
              <a:lnSpc>
                <a:spcPct val="150000"/>
              </a:lnSpc>
              <a:spcBef>
                <a:spcPts val="0"/>
              </a:spcBef>
              <a:spcAft>
                <a:spcPts val="0"/>
              </a:spcAft>
              <a:buFont typeface="Wingdings" panose="05000000000000000000" pitchFamily="2" charset="2"/>
              <a:buChar char="Ø"/>
            </a:pPr>
            <a:r>
              <a:rPr lang="zh-CN" altLang="en-US">
                <a:solidFill>
                  <a:srgbClr val="000000"/>
                </a:solidFill>
                <a:latin typeface="楷体" panose="02010609060101010101" pitchFamily="49" charset="-122"/>
                <a:ea typeface="楷体" panose="02010609060101010101" pitchFamily="49" charset="-122"/>
                <a:cs typeface="STKaiti"/>
              </a:rPr>
              <a:t>如果过程</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b</a:t>
            </a:r>
            <a:r>
              <a:rPr lang="zh-CN" altLang="en-US">
                <a:solidFill>
                  <a:srgbClr val="000000"/>
                </a:solidFill>
                <a:latin typeface="楷体" panose="02010609060101010101" pitchFamily="49" charset="-122"/>
                <a:ea typeface="楷体" panose="02010609060101010101" pitchFamily="49" charset="-122"/>
                <a:cs typeface="STKaiti"/>
              </a:rPr>
              <a:t>在源代码中</a:t>
            </a:r>
            <a:r>
              <a:rPr lang="zh-CN" altLang="en-US">
                <a:solidFill>
                  <a:srgbClr val="2D84F3"/>
                </a:solidFill>
                <a:latin typeface="楷体" panose="02010609060101010101" pitchFamily="49" charset="-122"/>
                <a:ea typeface="楷体" panose="02010609060101010101" pitchFamily="49" charset="-122"/>
                <a:cs typeface="STKaiti"/>
              </a:rPr>
              <a:t>直接嵌套</a:t>
            </a:r>
            <a:r>
              <a:rPr lang="zh-CN" altLang="en-US">
                <a:solidFill>
                  <a:srgbClr val="000000"/>
                </a:solidFill>
                <a:latin typeface="楷体" panose="02010609060101010101" pitchFamily="49" charset="-122"/>
                <a:ea typeface="楷体" panose="02010609060101010101" pitchFamily="49" charset="-122"/>
                <a:cs typeface="STKaiti"/>
              </a:rPr>
              <a:t>在过程</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a</a:t>
            </a:r>
            <a:r>
              <a:rPr lang="zh-CN" altLang="en-US">
                <a:solidFill>
                  <a:srgbClr val="000000"/>
                </a:solidFill>
                <a:latin typeface="楷体" panose="02010609060101010101" pitchFamily="49" charset="-122"/>
                <a:ea typeface="楷体" panose="02010609060101010101" pitchFamily="49" charset="-122"/>
                <a:cs typeface="STKaiti"/>
              </a:rPr>
              <a:t>中</a:t>
            </a:r>
            <a:r>
              <a:rPr lang="en-US" altLang="zh-CN">
                <a:solidFill>
                  <a:srgbClr val="000000"/>
                </a:solidFill>
                <a:latin typeface="楷体" panose="02010609060101010101" pitchFamily="49" charset="-122"/>
                <a:ea typeface="楷体" panose="02010609060101010101" pitchFamily="49" charset="-122"/>
                <a:cs typeface="TMVGLV+TimesNewRomanPS-BoldMT"/>
              </a:rPr>
              <a:t>(</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b</a:t>
            </a:r>
            <a:r>
              <a:rPr lang="zh-CN" altLang="en-US">
                <a:solidFill>
                  <a:srgbClr val="000000"/>
                </a:solidFill>
                <a:latin typeface="楷体" panose="02010609060101010101" pitchFamily="49" charset="-122"/>
                <a:ea typeface="楷体" panose="02010609060101010101" pitchFamily="49" charset="-122"/>
                <a:cs typeface="STKaiti"/>
              </a:rPr>
              <a:t>的嵌套深度比</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a</a:t>
            </a:r>
            <a:r>
              <a:rPr lang="zh-CN" altLang="en-US">
                <a:solidFill>
                  <a:srgbClr val="000000"/>
                </a:solidFill>
                <a:latin typeface="楷体" panose="02010609060101010101" pitchFamily="49" charset="-122"/>
                <a:ea typeface="楷体" panose="02010609060101010101" pitchFamily="49" charset="-122"/>
                <a:cs typeface="STKaiti"/>
              </a:rPr>
              <a:t>的嵌套深度多</a:t>
            </a:r>
            <a:r>
              <a:rPr lang="en-US" altLang="zh-CN">
                <a:solidFill>
                  <a:srgbClr val="000000"/>
                </a:solidFill>
                <a:latin typeface="楷体" panose="02010609060101010101" pitchFamily="49" charset="-122"/>
                <a:ea typeface="楷体" panose="02010609060101010101" pitchFamily="49" charset="-122"/>
                <a:cs typeface="TMVGLV+TimesNewRomanPS-BoldMT"/>
              </a:rPr>
              <a:t>1)</a:t>
            </a:r>
            <a:r>
              <a:rPr lang="zh-CN" altLang="en-US">
                <a:solidFill>
                  <a:srgbClr val="000000"/>
                </a:solidFill>
                <a:latin typeface="楷体" panose="02010609060101010101" pitchFamily="49" charset="-122"/>
                <a:ea typeface="楷体" panose="02010609060101010101" pitchFamily="49" charset="-122"/>
                <a:cs typeface="STKaiti"/>
              </a:rPr>
              <a:t>，那么</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b</a:t>
            </a:r>
            <a:r>
              <a:rPr lang="zh-CN" altLang="en-US">
                <a:solidFill>
                  <a:srgbClr val="000000"/>
                </a:solidFill>
                <a:latin typeface="楷体" panose="02010609060101010101" pitchFamily="49" charset="-122"/>
                <a:ea typeface="楷体" panose="02010609060101010101" pitchFamily="49" charset="-122"/>
                <a:cs typeface="STKaiti"/>
              </a:rPr>
              <a:t>的</a:t>
            </a:r>
            <a:r>
              <a:rPr lang="zh-CN" altLang="en-US">
                <a:solidFill>
                  <a:srgbClr val="2D84F3"/>
                </a:solidFill>
                <a:latin typeface="楷体" panose="02010609060101010101" pitchFamily="49" charset="-122"/>
                <a:ea typeface="楷体" panose="02010609060101010101" pitchFamily="49" charset="-122"/>
                <a:cs typeface="STKaiti"/>
              </a:rPr>
              <a:t>任何</a:t>
            </a:r>
            <a:r>
              <a:rPr lang="zh-CN" altLang="en-US">
                <a:solidFill>
                  <a:srgbClr val="000000"/>
                </a:solidFill>
                <a:latin typeface="楷体" panose="02010609060101010101" pitchFamily="49" charset="-122"/>
                <a:ea typeface="楷体" panose="02010609060101010101" pitchFamily="49" charset="-122"/>
                <a:cs typeface="STKaiti"/>
              </a:rPr>
              <a:t>活动中的访问链都指向</a:t>
            </a:r>
            <a:r>
              <a:rPr lang="zh-CN" altLang="en-US">
                <a:solidFill>
                  <a:srgbClr val="2D84F3"/>
                </a:solidFill>
                <a:latin typeface="楷体" panose="02010609060101010101" pitchFamily="49" charset="-122"/>
                <a:ea typeface="楷体" panose="02010609060101010101" pitchFamily="49" charset="-122"/>
                <a:cs typeface="STKaiti"/>
              </a:rPr>
              <a:t>最近的</a:t>
            </a:r>
            <a:r>
              <a:rPr lang="en-US" altLang="zh-CN" b="1" i="1">
                <a:solidFill>
                  <a:srgbClr val="000000"/>
                </a:solidFill>
                <a:latin typeface="楷体" panose="02010609060101010101" pitchFamily="49" charset="-122"/>
                <a:ea typeface="楷体" panose="02010609060101010101" pitchFamily="49" charset="-122"/>
                <a:cs typeface="DOSGBW+TimesNewRomanPS-BoldItalicMT"/>
              </a:rPr>
              <a:t>a</a:t>
            </a:r>
            <a:r>
              <a:rPr lang="zh-CN" altLang="en-US">
                <a:solidFill>
                  <a:srgbClr val="000000"/>
                </a:solidFill>
                <a:latin typeface="楷体" panose="02010609060101010101" pitchFamily="49" charset="-122"/>
                <a:ea typeface="楷体" panose="02010609060101010101" pitchFamily="49" charset="-122"/>
                <a:cs typeface="STKaiti"/>
              </a:rPr>
              <a:t>的活动</a:t>
            </a:r>
          </a:p>
        </p:txBody>
      </p:sp>
    </p:spTree>
    <p:extLst>
      <p:ext uri="{BB962C8B-B14F-4D97-AF65-F5344CB8AC3E}">
        <p14:creationId xmlns:p14="http://schemas.microsoft.com/office/powerpoint/2010/main" val="2835618315"/>
      </p:ext>
    </p:extLst>
  </p:cSld>
  <p:clrMapOvr>
    <a:masterClrMapping/>
  </p:clrMapOvr>
  <p:transition spd="slow">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A412F60-1D35-3E09-E4EA-EAE6DDAEE6F4}"/>
              </a:ext>
            </a:extLst>
          </p:cNvPr>
          <p:cNvSpPr txBox="1"/>
          <p:nvPr/>
        </p:nvSpPr>
        <p:spPr>
          <a:xfrm>
            <a:off x="668040" y="1473994"/>
            <a:ext cx="9217024" cy="5632311"/>
          </a:xfrm>
          <a:prstGeom prst="rect">
            <a:avLst/>
          </a:prstGeom>
          <a:noFill/>
        </p:spPr>
        <p:txBody>
          <a:bodyPr wrap="square" rtlCol="0">
            <a:spAutoFit/>
          </a:bodyPr>
          <a:lstStyle/>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program </a:t>
            </a:r>
            <a:r>
              <a:rPr lang="en-US" altLang="zh-CN" sz="2400" b="1" i="1">
                <a:solidFill>
                  <a:srgbClr val="FF0000"/>
                </a:solidFill>
                <a:latin typeface="Times New Roman" panose="02020603050405020304" pitchFamily="18" charset="0"/>
                <a:cs typeface="Times New Roman" panose="02020603050405020304" pitchFamily="18" charset="0"/>
              </a:rPr>
              <a:t>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input</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output </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var a</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array</a:t>
            </a:r>
            <a:r>
              <a:rPr lang="en-US" altLang="zh-CN" sz="2400">
                <a:solidFill>
                  <a:srgbClr val="000000"/>
                </a:solidFill>
                <a:latin typeface="Times New Roman" panose="02020603050405020304" pitchFamily="18" charset="0"/>
                <a:cs typeface="Times New Roman" panose="02020603050405020304" pitchFamily="18" charset="0"/>
              </a:rPr>
              <a:t>[0..10] </a:t>
            </a:r>
            <a:r>
              <a:rPr lang="en-US" altLang="zh-CN" sz="2400" b="1" i="1">
                <a:solidFill>
                  <a:srgbClr val="000000"/>
                </a:solidFill>
                <a:latin typeface="Times New Roman" panose="02020603050405020304" pitchFamily="18" charset="0"/>
                <a:cs typeface="Times New Roman" panose="02020603050405020304" pitchFamily="18" charset="0"/>
              </a:rPr>
              <a:t>of 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x</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readarray</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var 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readarray</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cs typeface="Times New Roman" panose="02020603050405020304" pitchFamily="18" charset="0"/>
              </a:rPr>
              <a:t>；</a:t>
            </a:r>
          </a:p>
          <a:p>
            <a:pPr marL="1"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exchang</a:t>
            </a:r>
            <a:r>
              <a:rPr lang="en-US" altLang="zh-CN" sz="2400">
                <a:solidFill>
                  <a:srgbClr val="FF0000"/>
                </a:solidFill>
                <a:latin typeface="Times New Roman" panose="02020603050405020304" pitchFamily="18" charset="0"/>
                <a:cs typeface="Times New Roman" panose="02020603050405020304" pitchFamily="18" charset="0"/>
              </a:rPr>
              <a:t>e</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1"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b="1" i="1">
                <a:solidFill>
                  <a:srgbClr val="0000FF"/>
                </a:solidFill>
                <a:latin typeface="Times New Roman" panose="02020603050405020304" pitchFamily="18" charset="0"/>
                <a:cs typeface="Times New Roman" panose="02020603050405020304" pitchFamily="18" charset="0"/>
              </a:rPr>
              <a:t>x</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a</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x</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exchang</a:t>
            </a:r>
            <a:r>
              <a:rPr lang="en-US" altLang="zh-CN" sz="2400">
                <a:solidFill>
                  <a:srgbClr val="0000FF"/>
                </a:solidFill>
                <a:latin typeface="Times New Roman" panose="02020603050405020304" pitchFamily="18" charset="0"/>
                <a:cs typeface="Times New Roman" panose="02020603050405020304" pitchFamily="18" charset="0"/>
              </a:rPr>
              <a:t>e</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r>
              <a:rPr lang="zh-CN" altLang="en-US"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procedure </a:t>
            </a:r>
            <a:r>
              <a:rPr lang="en-US" altLang="zh-CN" sz="2400" b="1" i="1">
                <a:solidFill>
                  <a:srgbClr val="FF0000"/>
                </a:solidFill>
                <a:latin typeface="Times New Roman" panose="02020603050405020304" pitchFamily="18" charset="0"/>
                <a:cs typeface="Times New Roman" panose="02020603050405020304" pitchFamily="18" charset="0"/>
              </a:rPr>
              <a:t>quicksort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m</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n</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00"/>
                </a:solidFill>
                <a:latin typeface="Times New Roman" panose="02020603050405020304" pitchFamily="18" charset="0"/>
                <a:cs typeface="Times New Roman" panose="02020603050405020304" pitchFamily="18" charset="0"/>
              </a:rPr>
              <a:t>integer</a:t>
            </a:r>
            <a:r>
              <a:rPr lang="en-US" altLang="zh-CN" sz="2400">
                <a:solidFill>
                  <a:srgbClr val="000000"/>
                </a:solidFill>
                <a:latin typeface="Times New Roman" panose="02020603050405020304" pitchFamily="18" charset="0"/>
                <a:cs typeface="Times New Roman" panose="02020603050405020304" pitchFamily="18" charset="0"/>
              </a:rPr>
              <a:t>);</a:t>
            </a:r>
          </a:p>
          <a:p>
            <a:pPr marL="22"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var k</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v </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function </a:t>
            </a:r>
            <a:r>
              <a:rPr lang="sv-SE" altLang="zh-CN" sz="2400" b="1" i="1">
                <a:solidFill>
                  <a:srgbClr val="FF0000"/>
                </a:solidFill>
                <a:latin typeface="Times New Roman" panose="02020603050405020304" pitchFamily="18" charset="0"/>
                <a:cs typeface="Times New Roman" panose="02020603050405020304" pitchFamily="18" charset="0"/>
              </a:rPr>
              <a:t>partition</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y</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z</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r>
              <a:rPr lang="sv-SE" altLang="zh-CN" sz="2400" b="1" i="1">
                <a:solidFill>
                  <a:srgbClr val="000000"/>
                </a:solidFill>
                <a:latin typeface="Times New Roman" panose="02020603050405020304" pitchFamily="18" charset="0"/>
                <a:cs typeface="Times New Roman" panose="02020603050405020304" pitchFamily="18" charset="0"/>
              </a:rPr>
              <a:t>intege</a:t>
            </a:r>
            <a:r>
              <a:rPr lang="sv-SE" altLang="zh-CN" sz="2400">
                <a:solidFill>
                  <a:srgbClr val="000000"/>
                </a:solidFill>
                <a:latin typeface="Times New Roman" panose="02020603050405020304" pitchFamily="18" charset="0"/>
                <a:cs typeface="Times New Roman" panose="02020603050405020304" pitchFamily="18" charset="0"/>
              </a:rPr>
              <a:t>r;</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var i</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j </a:t>
            </a:r>
            <a:r>
              <a:rPr lang="sv-SE" altLang="zh-CN" sz="2400">
                <a:solidFill>
                  <a:srgbClr val="000000"/>
                </a:solidFill>
                <a:latin typeface="Times New Roman" panose="02020603050405020304" pitchFamily="18" charset="0"/>
                <a:cs typeface="Times New Roman" panose="02020603050405020304" pitchFamily="18" charset="0"/>
              </a:rPr>
              <a:t>: </a:t>
            </a:r>
            <a:r>
              <a:rPr lang="sv-SE" altLang="zh-CN" sz="2400" b="1" i="1">
                <a:solidFill>
                  <a:srgbClr val="000000"/>
                </a:solidFill>
                <a:latin typeface="Times New Roman" panose="02020603050405020304" pitchFamily="18" charset="0"/>
                <a:cs typeface="Times New Roman" panose="02020603050405020304" pitchFamily="18" charset="0"/>
              </a:rPr>
              <a:t>integer</a:t>
            </a:r>
            <a:r>
              <a:rPr lang="sv-SE"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sv-SE" altLang="zh-CN" sz="2400" b="1" i="1">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v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exchange</a:t>
            </a:r>
            <a:r>
              <a:rPr lang="en-US" altLang="zh-CN" sz="2400">
                <a:solidFill>
                  <a:srgbClr val="0000FF"/>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i</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j</a:t>
            </a:r>
            <a:r>
              <a:rPr lang="en-US" altLang="zh-CN" sz="2400">
                <a:solidFill>
                  <a:srgbClr val="000000"/>
                </a:solidFill>
                <a:latin typeface="Times New Roman" panose="02020603050405020304" pitchFamily="18" charset="0"/>
                <a:cs typeface="Times New Roman" panose="02020603050405020304" pitchFamily="18" charset="0"/>
              </a:rPr>
              <a:t>) …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partition</a:t>
            </a:r>
            <a:r>
              <a:rPr lang="en-US" altLang="zh-CN" sz="2400">
                <a:solidFill>
                  <a:srgbClr val="000000"/>
                </a:solidFill>
                <a:latin typeface="Times New Roman" panose="02020603050405020304" pitchFamily="18" charset="0"/>
                <a:cs typeface="Times New Roman" panose="02020603050405020304" pitchFamily="18" charset="0"/>
              </a:rPr>
              <a:t>};</a:t>
            </a: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v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partition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quicksort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quicksort</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spc="10">
                <a:solidFill>
                  <a:srgbClr val="000000"/>
                </a:solidFill>
                <a:latin typeface="Times New Roman" panose="02020603050405020304" pitchFamily="18" charset="0"/>
                <a:cs typeface="Times New Roman" panose="02020603050405020304" pitchFamily="18" charset="0"/>
              </a:rPr>
              <a:t> ;</a:t>
            </a:r>
            <a:endParaRPr lang="zh-CN" altLang="en-US" sz="2400">
              <a:solidFill>
                <a:srgbClr val="000000"/>
              </a:solidFill>
              <a:latin typeface="Times New Roman" panose="02020603050405020304" pitchFamily="18" charset="0"/>
              <a:cs typeface="Times New Roman" panose="02020603050405020304" pitchFamily="18" charset="0"/>
            </a:endParaRPr>
          </a:p>
          <a:p>
            <a:pPr marL="0" marR="0">
              <a:spcBef>
                <a:spcPts val="0"/>
              </a:spcBef>
              <a:spcAft>
                <a:spcPts val="0"/>
              </a:spcAft>
            </a:pPr>
            <a:r>
              <a:rPr lang="en-US" altLang="zh-CN" sz="2400" b="1" i="1">
                <a:solidFill>
                  <a:srgbClr val="000000"/>
                </a:solidFill>
                <a:latin typeface="Times New Roman" panose="02020603050405020304" pitchFamily="18" charset="0"/>
                <a:cs typeface="Times New Roman" panose="02020603050405020304" pitchFamily="18" charset="0"/>
              </a:rPr>
              <a:t>    begin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a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readarray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FF"/>
                </a:solidFill>
                <a:latin typeface="Times New Roman" panose="02020603050405020304" pitchFamily="18" charset="0"/>
                <a:cs typeface="Times New Roman" panose="02020603050405020304" pitchFamily="18" charset="0"/>
              </a:rPr>
              <a:t>quicksort </a:t>
            </a: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i="1">
                <a:solidFill>
                  <a:srgbClr val="000000"/>
                </a:solidFill>
                <a:latin typeface="Times New Roman" panose="02020603050405020304" pitchFamily="18" charset="0"/>
                <a:cs typeface="Times New Roman" panose="02020603050405020304" pitchFamily="18" charset="0"/>
              </a:rPr>
              <a:t>end </a:t>
            </a:r>
            <a:r>
              <a:rPr lang="en-US" altLang="zh-CN" sz="2400">
                <a:solidFill>
                  <a:srgbClr val="000000"/>
                </a:solidFill>
                <a:latin typeface="Times New Roman" panose="02020603050405020304" pitchFamily="18" charset="0"/>
                <a:cs typeface="Times New Roman" panose="02020603050405020304" pitchFamily="18" charset="0"/>
              </a:rPr>
              <a:t>{</a:t>
            </a:r>
            <a:r>
              <a:rPr lang="en-US" altLang="zh-CN" sz="2400" b="1" i="1">
                <a:solidFill>
                  <a:srgbClr val="0000FF"/>
                </a:solidFill>
                <a:latin typeface="Times New Roman" panose="02020603050405020304" pitchFamily="18" charset="0"/>
                <a:cs typeface="Times New Roman" panose="02020603050405020304" pitchFamily="18" charset="0"/>
              </a:rPr>
              <a:t>sort</a:t>
            </a:r>
            <a:r>
              <a:rPr lang="en-US" altLang="zh-CN" sz="240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1F34EBE6-948C-B772-DF81-CB8AC8354402}"/>
              </a:ext>
            </a:extLst>
          </p:cNvPr>
          <p:cNvSpPr txBox="1"/>
          <p:nvPr/>
        </p:nvSpPr>
        <p:spPr>
          <a:xfrm>
            <a:off x="10336142" y="1948564"/>
            <a:ext cx="180000" cy="180000"/>
          </a:xfrm>
          <a:prstGeom prst="rect">
            <a:avLst/>
          </a:prstGeom>
          <a:noFill/>
        </p:spPr>
        <p:txBody>
          <a:bodyPr wrap="non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s</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D477FA57-EDA7-57CA-B111-ACB0764D7C88}"/>
              </a:ext>
            </a:extLst>
          </p:cNvPr>
          <p:cNvSpPr txBox="1"/>
          <p:nvPr/>
        </p:nvSpPr>
        <p:spPr>
          <a:xfrm>
            <a:off x="9115639" y="2548136"/>
            <a:ext cx="76944" cy="276999"/>
          </a:xfrm>
          <a:prstGeom prst="rect">
            <a:avLst/>
          </a:prstGeom>
          <a:noFill/>
        </p:spPr>
        <p:txBody>
          <a:bodyPr wrap="non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r</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7CB9EFF9-DCAD-D968-FEF6-46236946804A}"/>
              </a:ext>
            </a:extLst>
          </p:cNvPr>
          <p:cNvSpPr txBox="1"/>
          <p:nvPr/>
        </p:nvSpPr>
        <p:spPr>
          <a:xfrm>
            <a:off x="10138110" y="2584715"/>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q(1,9)</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CCFCF56A-1549-ECEE-4623-912394F9F7AE}"/>
              </a:ext>
            </a:extLst>
          </p:cNvPr>
          <p:cNvSpPr txBox="1"/>
          <p:nvPr/>
        </p:nvSpPr>
        <p:spPr>
          <a:xfrm>
            <a:off x="8829517" y="3085170"/>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p(1,9)</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8DE742F-884E-C71C-B0A1-EC65FF9BD566}"/>
              </a:ext>
            </a:extLst>
          </p:cNvPr>
          <p:cNvSpPr txBox="1"/>
          <p:nvPr/>
        </p:nvSpPr>
        <p:spPr>
          <a:xfrm>
            <a:off x="10138110" y="3085170"/>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q(1,3)</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0E9FEC75-14CF-5A1A-996C-406A1A128EE4}"/>
              </a:ext>
            </a:extLst>
          </p:cNvPr>
          <p:cNvSpPr txBox="1"/>
          <p:nvPr/>
        </p:nvSpPr>
        <p:spPr>
          <a:xfrm>
            <a:off x="11367058" y="3042647"/>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q(5,9)</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9EC9A1F7-DC12-11F7-8CF6-FC54F1541CF7}"/>
              </a:ext>
            </a:extLst>
          </p:cNvPr>
          <p:cNvSpPr txBox="1"/>
          <p:nvPr/>
        </p:nvSpPr>
        <p:spPr>
          <a:xfrm>
            <a:off x="9056839" y="3609654"/>
            <a:ext cx="117600"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e</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EA9B47D3-BEF3-2E94-9705-D78581F5696C}"/>
              </a:ext>
            </a:extLst>
          </p:cNvPr>
          <p:cNvSpPr txBox="1"/>
          <p:nvPr/>
        </p:nvSpPr>
        <p:spPr>
          <a:xfrm>
            <a:off x="9415725" y="3586082"/>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p(1,3)</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C7470542-E88A-52F2-3264-5B65A754E599}"/>
              </a:ext>
            </a:extLst>
          </p:cNvPr>
          <p:cNvSpPr txBox="1"/>
          <p:nvPr/>
        </p:nvSpPr>
        <p:spPr>
          <a:xfrm>
            <a:off x="10138110" y="3562227"/>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q(1,0)</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48490A6B-7D97-D16D-F44B-0E6F7CACC449}"/>
              </a:ext>
            </a:extLst>
          </p:cNvPr>
          <p:cNvSpPr txBox="1"/>
          <p:nvPr/>
        </p:nvSpPr>
        <p:spPr>
          <a:xfrm>
            <a:off x="10860495" y="3562226"/>
            <a:ext cx="576064"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q(2,3)</a:t>
            </a:r>
            <a:endParaRPr lang="zh-CN" altLang="en-US" sz="1800">
              <a:solidFill>
                <a:srgbClr val="2D84F3"/>
              </a:solidFill>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A548BDDB-EB00-36A6-C769-2A01C29D3FAD}"/>
              </a:ext>
            </a:extLst>
          </p:cNvPr>
          <p:cNvSpPr txBox="1"/>
          <p:nvPr/>
        </p:nvSpPr>
        <p:spPr>
          <a:xfrm>
            <a:off x="9646591" y="4077315"/>
            <a:ext cx="117600" cy="276999"/>
          </a:xfrm>
          <a:prstGeom prst="rect">
            <a:avLst/>
          </a:prstGeom>
          <a:noFill/>
        </p:spPr>
        <p:txBody>
          <a:bodyPr wrap="square" lIns="0" tIns="0" rIns="0" bIns="0" rtlCol="0" anchor="ctr" anchorCtr="1">
            <a:spAutoFit/>
          </a:bodyPr>
          <a:lstStyle/>
          <a:p>
            <a:r>
              <a:rPr lang="en-US" altLang="zh-CN" sz="1800">
                <a:solidFill>
                  <a:srgbClr val="2D84F3"/>
                </a:solidFill>
                <a:latin typeface="Times New Roman" panose="02020603050405020304" pitchFamily="18" charset="0"/>
                <a:cs typeface="Times New Roman" panose="02020603050405020304" pitchFamily="18" charset="0"/>
              </a:rPr>
              <a:t>e</a:t>
            </a:r>
            <a:endParaRPr lang="zh-CN" altLang="en-US" sz="1800">
              <a:solidFill>
                <a:srgbClr val="2D84F3"/>
              </a:solidFill>
              <a:latin typeface="Times New Roman" panose="02020603050405020304" pitchFamily="18" charset="0"/>
              <a:cs typeface="Times New Roman" panose="02020603050405020304" pitchFamily="18" charset="0"/>
            </a:endParaRPr>
          </a:p>
        </p:txBody>
      </p:sp>
      <p:cxnSp>
        <p:nvCxnSpPr>
          <p:cNvPr id="26" name="直接连接符 25">
            <a:extLst>
              <a:ext uri="{FF2B5EF4-FFF2-40B4-BE49-F238E27FC236}">
                <a16:creationId xmlns:a16="http://schemas.microsoft.com/office/drawing/2014/main" id="{9493F86C-3742-7BCF-967C-BECEEB2594CA}"/>
              </a:ext>
            </a:extLst>
          </p:cNvPr>
          <p:cNvCxnSpPr>
            <a:stCxn id="14" idx="2"/>
            <a:endCxn id="15" idx="0"/>
          </p:cNvCxnSpPr>
          <p:nvPr/>
        </p:nvCxnSpPr>
        <p:spPr bwMode="auto">
          <a:xfrm flipH="1">
            <a:off x="9154111" y="2128564"/>
            <a:ext cx="1272031" cy="41957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11942753-064B-6B04-097F-3694438FAFDE}"/>
              </a:ext>
            </a:extLst>
          </p:cNvPr>
          <p:cNvCxnSpPr>
            <a:stCxn id="14" idx="2"/>
            <a:endCxn id="16" idx="0"/>
          </p:cNvCxnSpPr>
          <p:nvPr/>
        </p:nvCxnSpPr>
        <p:spPr bwMode="auto">
          <a:xfrm>
            <a:off x="10426142" y="2128564"/>
            <a:ext cx="0" cy="45615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526EE6D2-DA2F-52A2-6824-AFC84584181A}"/>
              </a:ext>
            </a:extLst>
          </p:cNvPr>
          <p:cNvCxnSpPr>
            <a:stCxn id="16" idx="2"/>
            <a:endCxn id="17" idx="0"/>
          </p:cNvCxnSpPr>
          <p:nvPr/>
        </p:nvCxnSpPr>
        <p:spPr bwMode="auto">
          <a:xfrm flipH="1">
            <a:off x="9117549" y="2861714"/>
            <a:ext cx="1308593" cy="22345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9B8E56A1-F2F8-143A-6BD2-6E1543706284}"/>
              </a:ext>
            </a:extLst>
          </p:cNvPr>
          <p:cNvCxnSpPr>
            <a:stCxn id="16" idx="2"/>
            <a:endCxn id="18" idx="0"/>
          </p:cNvCxnSpPr>
          <p:nvPr/>
        </p:nvCxnSpPr>
        <p:spPr bwMode="auto">
          <a:xfrm>
            <a:off x="10426142" y="2861714"/>
            <a:ext cx="0" cy="22345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BCEB33F5-CA6F-FDCF-E2DA-C2ACD8825F7E}"/>
              </a:ext>
            </a:extLst>
          </p:cNvPr>
          <p:cNvCxnSpPr>
            <a:stCxn id="16" idx="2"/>
            <a:endCxn id="19" idx="0"/>
          </p:cNvCxnSpPr>
          <p:nvPr/>
        </p:nvCxnSpPr>
        <p:spPr bwMode="auto">
          <a:xfrm>
            <a:off x="10426142" y="2861714"/>
            <a:ext cx="1228948" cy="18093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3541E97A-AF3B-98D0-DE9A-2DC781029A41}"/>
              </a:ext>
            </a:extLst>
          </p:cNvPr>
          <p:cNvCxnSpPr>
            <a:stCxn id="17" idx="2"/>
            <a:endCxn id="20" idx="0"/>
          </p:cNvCxnSpPr>
          <p:nvPr/>
        </p:nvCxnSpPr>
        <p:spPr bwMode="auto">
          <a:xfrm flipH="1">
            <a:off x="9115639" y="3362169"/>
            <a:ext cx="1910" cy="24748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D6086F70-084E-DAE6-E374-A2F0626DC0FD}"/>
              </a:ext>
            </a:extLst>
          </p:cNvPr>
          <p:cNvCxnSpPr>
            <a:stCxn id="18" idx="2"/>
            <a:endCxn id="21" idx="0"/>
          </p:cNvCxnSpPr>
          <p:nvPr/>
        </p:nvCxnSpPr>
        <p:spPr bwMode="auto">
          <a:xfrm flipH="1">
            <a:off x="9703757" y="3362169"/>
            <a:ext cx="722385" cy="22391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直接连接符 41">
            <a:extLst>
              <a:ext uri="{FF2B5EF4-FFF2-40B4-BE49-F238E27FC236}">
                <a16:creationId xmlns:a16="http://schemas.microsoft.com/office/drawing/2014/main" id="{37039F9D-AE57-CFB7-6597-5EAC9F806CF0}"/>
              </a:ext>
            </a:extLst>
          </p:cNvPr>
          <p:cNvCxnSpPr>
            <a:stCxn id="18" idx="2"/>
            <a:endCxn id="22" idx="0"/>
          </p:cNvCxnSpPr>
          <p:nvPr/>
        </p:nvCxnSpPr>
        <p:spPr bwMode="auto">
          <a:xfrm>
            <a:off x="10426142" y="3362169"/>
            <a:ext cx="0" cy="20005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46F5F0A5-A5D7-BB27-1D47-DA73F13ADFE2}"/>
              </a:ext>
            </a:extLst>
          </p:cNvPr>
          <p:cNvCxnSpPr>
            <a:stCxn id="18" idx="2"/>
            <a:endCxn id="23" idx="0"/>
          </p:cNvCxnSpPr>
          <p:nvPr/>
        </p:nvCxnSpPr>
        <p:spPr bwMode="auto">
          <a:xfrm>
            <a:off x="10426142" y="3362169"/>
            <a:ext cx="722385" cy="20005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B2E33F4D-4E0A-1CB4-FD33-0BC3FD51F822}"/>
              </a:ext>
            </a:extLst>
          </p:cNvPr>
          <p:cNvCxnSpPr>
            <a:stCxn id="21" idx="2"/>
            <a:endCxn id="24" idx="0"/>
          </p:cNvCxnSpPr>
          <p:nvPr/>
        </p:nvCxnSpPr>
        <p:spPr bwMode="auto">
          <a:xfrm>
            <a:off x="9703757" y="3863081"/>
            <a:ext cx="1634" cy="21423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72077305"/>
      </p:ext>
    </p:extLst>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4">
            <a:extLst>
              <a:ext uri="{FF2B5EF4-FFF2-40B4-BE49-F238E27FC236}">
                <a16:creationId xmlns:a16="http://schemas.microsoft.com/office/drawing/2014/main" id="{2B693DD9-22B3-953B-806F-65D987B4D71B}"/>
              </a:ext>
            </a:extLst>
          </p:cNvPr>
          <p:cNvGraphicFramePr>
            <a:graphicFrameLocks noGrp="1"/>
          </p:cNvGraphicFramePr>
          <p:nvPr>
            <p:extLst>
              <p:ext uri="{D42A27DB-BD31-4B8C-83A1-F6EECF244321}">
                <p14:modId xmlns:p14="http://schemas.microsoft.com/office/powerpoint/2010/main" val="698456007"/>
              </p:ext>
            </p:extLst>
          </p:nvPr>
        </p:nvGraphicFramePr>
        <p:xfrm>
          <a:off x="2756272" y="465882"/>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pic>
        <p:nvPicPr>
          <p:cNvPr id="4" name="图片 3">
            <a:extLst>
              <a:ext uri="{FF2B5EF4-FFF2-40B4-BE49-F238E27FC236}">
                <a16:creationId xmlns:a16="http://schemas.microsoft.com/office/drawing/2014/main" id="{15D7EDA3-89E4-1E82-C273-B579556102D9}"/>
              </a:ext>
            </a:extLst>
          </p:cNvPr>
          <p:cNvPicPr>
            <a:picLocks noChangeAspect="1"/>
          </p:cNvPicPr>
          <p:nvPr/>
        </p:nvPicPr>
        <p:blipFill>
          <a:blip r:embed="rId2"/>
          <a:stretch>
            <a:fillRect/>
          </a:stretch>
        </p:blipFill>
        <p:spPr>
          <a:xfrm>
            <a:off x="9020968" y="1762026"/>
            <a:ext cx="1479994" cy="2016224"/>
          </a:xfrm>
          <a:prstGeom prst="rect">
            <a:avLst/>
          </a:prstGeom>
        </p:spPr>
      </p:pic>
      <p:pic>
        <p:nvPicPr>
          <p:cNvPr id="6" name="图片 5">
            <a:extLst>
              <a:ext uri="{FF2B5EF4-FFF2-40B4-BE49-F238E27FC236}">
                <a16:creationId xmlns:a16="http://schemas.microsoft.com/office/drawing/2014/main" id="{4389413B-C408-B9FA-BB82-C191066D4919}"/>
              </a:ext>
            </a:extLst>
          </p:cNvPr>
          <p:cNvPicPr>
            <a:picLocks noChangeAspect="1"/>
          </p:cNvPicPr>
          <p:nvPr/>
        </p:nvPicPr>
        <p:blipFill>
          <a:blip r:embed="rId3"/>
          <a:stretch>
            <a:fillRect/>
          </a:stretch>
        </p:blipFill>
        <p:spPr>
          <a:xfrm>
            <a:off x="6342229" y="3490218"/>
            <a:ext cx="1584176" cy="1008112"/>
          </a:xfrm>
          <a:prstGeom prst="rect">
            <a:avLst/>
          </a:prstGeom>
        </p:spPr>
      </p:pic>
    </p:spTree>
    <p:extLst>
      <p:ext uri="{BB962C8B-B14F-4D97-AF65-F5344CB8AC3E}">
        <p14:creationId xmlns:p14="http://schemas.microsoft.com/office/powerpoint/2010/main" val="3990710174"/>
      </p:ext>
    </p:extLst>
  </p:cSld>
  <p:clrMapOvr>
    <a:masterClrMapping/>
  </p:clrMapOvr>
  <p:transition spd="slow">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4">
            <a:extLst>
              <a:ext uri="{FF2B5EF4-FFF2-40B4-BE49-F238E27FC236}">
                <a16:creationId xmlns:a16="http://schemas.microsoft.com/office/drawing/2014/main" id="{2B693DD9-22B3-953B-806F-65D987B4D71B}"/>
              </a:ext>
            </a:extLst>
          </p:cNvPr>
          <p:cNvGraphicFramePr>
            <a:graphicFrameLocks noGrp="1"/>
          </p:cNvGraphicFramePr>
          <p:nvPr/>
        </p:nvGraphicFramePr>
        <p:xfrm>
          <a:off x="2756272" y="465882"/>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pic>
        <p:nvPicPr>
          <p:cNvPr id="5" name="图片 4">
            <a:extLst>
              <a:ext uri="{FF2B5EF4-FFF2-40B4-BE49-F238E27FC236}">
                <a16:creationId xmlns:a16="http://schemas.microsoft.com/office/drawing/2014/main" id="{6987BA30-B1D2-F8FA-5BDD-AB372DD7ACB1}"/>
              </a:ext>
            </a:extLst>
          </p:cNvPr>
          <p:cNvPicPr>
            <a:picLocks noChangeAspect="1"/>
          </p:cNvPicPr>
          <p:nvPr/>
        </p:nvPicPr>
        <p:blipFill>
          <a:blip r:embed="rId2"/>
          <a:stretch>
            <a:fillRect/>
          </a:stretch>
        </p:blipFill>
        <p:spPr>
          <a:xfrm>
            <a:off x="9453016" y="1127008"/>
            <a:ext cx="1808408" cy="3432627"/>
          </a:xfrm>
          <a:prstGeom prst="rect">
            <a:avLst/>
          </a:prstGeom>
        </p:spPr>
      </p:pic>
      <p:pic>
        <p:nvPicPr>
          <p:cNvPr id="8" name="图片 7">
            <a:extLst>
              <a:ext uri="{FF2B5EF4-FFF2-40B4-BE49-F238E27FC236}">
                <a16:creationId xmlns:a16="http://schemas.microsoft.com/office/drawing/2014/main" id="{0285BA5F-911E-C879-DF00-71E68A7C04EF}"/>
              </a:ext>
            </a:extLst>
          </p:cNvPr>
          <p:cNvPicPr>
            <a:picLocks noChangeAspect="1"/>
          </p:cNvPicPr>
          <p:nvPr/>
        </p:nvPicPr>
        <p:blipFill>
          <a:blip r:embed="rId3"/>
          <a:stretch>
            <a:fillRect/>
          </a:stretch>
        </p:blipFill>
        <p:spPr>
          <a:xfrm>
            <a:off x="6500688" y="3346202"/>
            <a:ext cx="1899939" cy="2614865"/>
          </a:xfrm>
          <a:prstGeom prst="rect">
            <a:avLst/>
          </a:prstGeom>
        </p:spPr>
      </p:pic>
    </p:spTree>
    <p:extLst>
      <p:ext uri="{BB962C8B-B14F-4D97-AF65-F5344CB8AC3E}">
        <p14:creationId xmlns:p14="http://schemas.microsoft.com/office/powerpoint/2010/main" val="1228388678"/>
      </p:ext>
    </p:extLst>
  </p:cSld>
  <p:clrMapOvr>
    <a:masterClrMapping/>
  </p:clrMapOvr>
  <p:transition spd="slow">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4">
            <a:extLst>
              <a:ext uri="{FF2B5EF4-FFF2-40B4-BE49-F238E27FC236}">
                <a16:creationId xmlns:a16="http://schemas.microsoft.com/office/drawing/2014/main" id="{2B693DD9-22B3-953B-806F-65D987B4D71B}"/>
              </a:ext>
            </a:extLst>
          </p:cNvPr>
          <p:cNvGraphicFramePr>
            <a:graphicFrameLocks noGrp="1"/>
          </p:cNvGraphicFramePr>
          <p:nvPr/>
        </p:nvGraphicFramePr>
        <p:xfrm>
          <a:off x="2756272" y="465882"/>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pic>
        <p:nvPicPr>
          <p:cNvPr id="5" name="图片 4">
            <a:extLst>
              <a:ext uri="{FF2B5EF4-FFF2-40B4-BE49-F238E27FC236}">
                <a16:creationId xmlns:a16="http://schemas.microsoft.com/office/drawing/2014/main" id="{0C7C1C80-1FC6-56FB-6618-223C885748AF}"/>
              </a:ext>
            </a:extLst>
          </p:cNvPr>
          <p:cNvPicPr>
            <a:picLocks noChangeAspect="1"/>
          </p:cNvPicPr>
          <p:nvPr/>
        </p:nvPicPr>
        <p:blipFill>
          <a:blip r:embed="rId2"/>
          <a:stretch>
            <a:fillRect/>
          </a:stretch>
        </p:blipFill>
        <p:spPr>
          <a:xfrm>
            <a:off x="9164984" y="897930"/>
            <a:ext cx="1950458" cy="4349231"/>
          </a:xfrm>
          <a:prstGeom prst="rect">
            <a:avLst/>
          </a:prstGeom>
        </p:spPr>
      </p:pic>
      <p:pic>
        <p:nvPicPr>
          <p:cNvPr id="8" name="图片 7">
            <a:extLst>
              <a:ext uri="{FF2B5EF4-FFF2-40B4-BE49-F238E27FC236}">
                <a16:creationId xmlns:a16="http://schemas.microsoft.com/office/drawing/2014/main" id="{0C18F68C-954F-7CCB-3D69-1C451DB8BB5C}"/>
              </a:ext>
            </a:extLst>
          </p:cNvPr>
          <p:cNvPicPr>
            <a:picLocks noChangeAspect="1"/>
          </p:cNvPicPr>
          <p:nvPr/>
        </p:nvPicPr>
        <p:blipFill>
          <a:blip r:embed="rId3"/>
          <a:stretch>
            <a:fillRect/>
          </a:stretch>
        </p:blipFill>
        <p:spPr>
          <a:xfrm>
            <a:off x="6270846" y="3058170"/>
            <a:ext cx="2095573" cy="3384376"/>
          </a:xfrm>
          <a:prstGeom prst="rect">
            <a:avLst/>
          </a:prstGeom>
        </p:spPr>
      </p:pic>
    </p:spTree>
    <p:extLst>
      <p:ext uri="{BB962C8B-B14F-4D97-AF65-F5344CB8AC3E}">
        <p14:creationId xmlns:p14="http://schemas.microsoft.com/office/powerpoint/2010/main" val="472016268"/>
      </p:ext>
    </p:extLst>
  </p:cSld>
  <p:clrMapOvr>
    <a:masterClrMapping/>
  </p:clrMapOvr>
  <p:transition spd="slow">
    <p:randomBa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90143DB-B242-71BD-BB8B-D0D62C027D08}"/>
              </a:ext>
            </a:extLst>
          </p:cNvPr>
          <p:cNvGrpSpPr/>
          <p:nvPr/>
        </p:nvGrpSpPr>
        <p:grpSpPr>
          <a:xfrm>
            <a:off x="1028080" y="537890"/>
            <a:ext cx="8352928" cy="540000"/>
            <a:chOff x="1098228" y="755045"/>
            <a:chExt cx="8352928" cy="380567"/>
          </a:xfrm>
        </p:grpSpPr>
        <p:sp>
          <p:nvSpPr>
            <p:cNvPr id="3" name="object 3">
              <a:extLst>
                <a:ext uri="{FF2B5EF4-FFF2-40B4-BE49-F238E27FC236}">
                  <a16:creationId xmlns:a16="http://schemas.microsoft.com/office/drawing/2014/main" id="{57F9BEC3-32AD-B772-02A4-8596A1B354D0}"/>
                </a:ext>
              </a:extLst>
            </p:cNvPr>
            <p:cNvSpPr txBox="1"/>
            <p:nvPr/>
          </p:nvSpPr>
          <p:spPr>
            <a:xfrm>
              <a:off x="2280236" y="772162"/>
              <a:ext cx="7170920" cy="335619"/>
            </a:xfrm>
            <a:prstGeom prst="rect">
              <a:avLst/>
            </a:prstGeom>
          </p:spPr>
          <p:txBody>
            <a:bodyPr vert="horz" wrap="square" lIns="0" tIns="0" rIns="0" bIns="0" rtlCol="0">
              <a:spAutoFit/>
            </a:bodyPr>
            <a:lstStyle/>
            <a:p>
              <a:pPr>
                <a:lnSpc>
                  <a:spcPts val="3959"/>
                </a:lnSpc>
              </a:pPr>
              <a:r>
                <a:rPr lang="zh-CN" altLang="en-US" sz="3000" b="1">
                  <a:solidFill>
                    <a:srgbClr val="000000"/>
                  </a:solidFill>
                  <a:latin typeface="+mn-ea"/>
                  <a:cs typeface="DDCWCV+MicrosoftYaHei-Bold"/>
                </a:rPr>
                <a:t>访问链的建立</a:t>
              </a:r>
              <a:endParaRPr sz="3000" b="1" dirty="0">
                <a:solidFill>
                  <a:srgbClr val="000000"/>
                </a:solidFill>
                <a:latin typeface="+mn-ea"/>
                <a:cs typeface="DDCWCV+MicrosoftYaHei-Bold"/>
              </a:endParaRPr>
            </a:p>
          </p:txBody>
        </p:sp>
        <p:sp>
          <p:nvSpPr>
            <p:cNvPr id="4" name="箭头: 右 3">
              <a:extLst>
                <a:ext uri="{FF2B5EF4-FFF2-40B4-BE49-F238E27FC236}">
                  <a16:creationId xmlns:a16="http://schemas.microsoft.com/office/drawing/2014/main" id="{9240B589-6785-2347-C2AB-01F970259EDA}"/>
                </a:ext>
              </a:extLst>
            </p:cNvPr>
            <p:cNvSpPr/>
            <p:nvPr/>
          </p:nvSpPr>
          <p:spPr bwMode="auto">
            <a:xfrm>
              <a:off x="1098228" y="755045"/>
              <a:ext cx="936104" cy="380567"/>
            </a:xfrm>
            <a:prstGeom prst="rightArrow">
              <a:avLst>
                <a:gd name="adj1" fmla="val 100000"/>
                <a:gd name="adj2" fmla="val 50000"/>
              </a:avLst>
            </a:prstGeom>
            <a:solidFill>
              <a:srgbClr val="0070C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2800">
                <a:latin typeface="Verdana" pitchFamily="34" charset="0"/>
                <a:ea typeface="宋体" pitchFamily="2" charset="-122"/>
              </a:endParaRPr>
            </a:p>
          </p:txBody>
        </p:sp>
      </p:grpSp>
      <p:sp>
        <p:nvSpPr>
          <p:cNvPr id="5" name="文本框 4">
            <a:extLst>
              <a:ext uri="{FF2B5EF4-FFF2-40B4-BE49-F238E27FC236}">
                <a16:creationId xmlns:a16="http://schemas.microsoft.com/office/drawing/2014/main" id="{67535076-DCCA-156A-5263-69D3DDCD8A5E}"/>
              </a:ext>
            </a:extLst>
          </p:cNvPr>
          <p:cNvSpPr txBox="1"/>
          <p:nvPr/>
        </p:nvSpPr>
        <p:spPr>
          <a:xfrm>
            <a:off x="1331052" y="1314240"/>
            <a:ext cx="7473892" cy="4822474"/>
          </a:xfrm>
          <a:prstGeom prst="rect">
            <a:avLst/>
          </a:prstGeom>
          <a:noFill/>
        </p:spPr>
        <p:txBody>
          <a:bodyPr wrap="square" rtlCol="0">
            <a:spAutoFit/>
          </a:bodyPr>
          <a:lstStyle/>
          <a:p>
            <a:pPr marL="0" marR="0">
              <a:lnSpc>
                <a:spcPct val="150000"/>
              </a:lnSpc>
              <a:spcBef>
                <a:spcPts val="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建立访问链的代码属于</a:t>
            </a:r>
            <a:r>
              <a:rPr lang="zh-CN" altLang="en-US" sz="2400">
                <a:solidFill>
                  <a:srgbClr val="2D84F3"/>
                </a:solidFill>
                <a:latin typeface="楷体" panose="02010609060101010101" pitchFamily="49" charset="-122"/>
                <a:ea typeface="楷体" panose="02010609060101010101" pitchFamily="49" charset="-122"/>
                <a:cs typeface="STKaiti"/>
              </a:rPr>
              <a:t>调用序列</a:t>
            </a:r>
            <a:r>
              <a:rPr lang="zh-CN" altLang="en-US" sz="2400">
                <a:solidFill>
                  <a:srgbClr val="000000"/>
                </a:solidFill>
                <a:latin typeface="楷体" panose="02010609060101010101" pitchFamily="49" charset="-122"/>
                <a:ea typeface="楷体" panose="02010609060101010101" pitchFamily="49" charset="-122"/>
                <a:cs typeface="STKaiti"/>
              </a:rPr>
              <a:t>的一部分。</a:t>
            </a:r>
          </a:p>
          <a:p>
            <a:pPr>
              <a:lnSpc>
                <a:spcPct val="150000"/>
              </a:lnSpc>
              <a:spcBef>
                <a:spcPts val="89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假设嵌套深度为</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baseline="-25000">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的过程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调用嵌套深度为</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92" baseline="-25000">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的过程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 </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b="1">
                <a:solidFill>
                  <a:srgbClr val="000000"/>
                </a:solidFill>
                <a:latin typeface="楷体" panose="02010609060101010101" pitchFamily="49" charset="-122"/>
                <a:ea typeface="楷体" panose="02010609060101010101" pitchFamily="49" charset="-122"/>
                <a:cs typeface="DOSGBW+TimesNewRomanPS-BoldItalicMT"/>
                <a:sym typeface="Symbol" panose="05050102010706020507" pitchFamily="18" charset="2"/>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p>
          <a:p>
            <a:pPr marL="342900" indent="-342900">
              <a:lnSpc>
                <a:spcPct val="150000"/>
              </a:lnSpc>
              <a:spcBef>
                <a:spcPts val="890"/>
              </a:spcBef>
              <a:spcAft>
                <a:spcPts val="0"/>
              </a:spcAft>
              <a:buClr>
                <a:schemeClr val="tx1"/>
              </a:buClr>
              <a:buFont typeface="Wingdings" panose="05000000000000000000" pitchFamily="2" charset="2"/>
              <a:buChar char="Ø"/>
            </a:pP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n</a:t>
            </a:r>
            <a:r>
              <a:rPr lang="en-US" altLang="zh-CN" sz="2400" b="1" spc="500" baseline="-25000">
                <a:solidFill>
                  <a:srgbClr val="FF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FF0000"/>
                </a:solidFill>
                <a:latin typeface="楷体" panose="02010609060101010101" pitchFamily="49" charset="-122"/>
                <a:ea typeface="楷体" panose="02010609060101010101" pitchFamily="49" charset="-122"/>
                <a:cs typeface="TMVGLV+TimesNewRomanPS-BoldMT"/>
              </a:rPr>
              <a:t>&lt; </a:t>
            </a: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n</a:t>
            </a:r>
            <a:r>
              <a:rPr lang="en-US" altLang="zh-CN" sz="2400" b="1" spc="31" baseline="-25000">
                <a:solidFill>
                  <a:srgbClr val="FF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FF0000"/>
                </a:solidFill>
                <a:latin typeface="楷体" panose="02010609060101010101" pitchFamily="49" charset="-122"/>
                <a:ea typeface="楷体" panose="02010609060101010101" pitchFamily="49" charset="-122"/>
                <a:cs typeface="STKaiti"/>
              </a:rPr>
              <a:t>的情况</a:t>
            </a:r>
            <a:r>
              <a:rPr lang="en-US" altLang="zh-CN" sz="2400">
                <a:solidFill>
                  <a:srgbClr val="FF0000"/>
                </a:solidFill>
                <a:latin typeface="楷体" panose="02010609060101010101" pitchFamily="49" charset="-122"/>
                <a:ea typeface="楷体" panose="02010609060101010101" pitchFamily="49" charset="-122"/>
                <a:cs typeface="TMVGLV+TimesNewRomanPS-BoldMT"/>
              </a:rPr>
              <a:t>(</a:t>
            </a:r>
            <a:r>
              <a:rPr lang="zh-CN" altLang="en-US" sz="2400">
                <a:solidFill>
                  <a:srgbClr val="FF0000"/>
                </a:solidFill>
                <a:latin typeface="楷体" panose="02010609060101010101" pitchFamily="49" charset="-122"/>
                <a:ea typeface="楷体" panose="02010609060101010101" pitchFamily="49" charset="-122"/>
                <a:cs typeface="STKaiti"/>
              </a:rPr>
              <a:t>外层调用内层</a:t>
            </a:r>
            <a:r>
              <a:rPr lang="en-US" altLang="zh-CN" sz="2400">
                <a:solidFill>
                  <a:srgbClr val="FF0000"/>
                </a:solidFill>
                <a:latin typeface="楷体" panose="02010609060101010101" pitchFamily="49" charset="-122"/>
                <a:ea typeface="楷体" panose="02010609060101010101" pitchFamily="49" charset="-122"/>
                <a:cs typeface="TMVGLV+TimesNewRomanPS-BoldMT"/>
              </a:rPr>
              <a:t>)</a:t>
            </a:r>
          </a:p>
          <a:p>
            <a:pPr marL="342900" marR="0" indent="-165100">
              <a:lnSpc>
                <a:spcPct val="150000"/>
              </a:lnSpc>
              <a:spcBef>
                <a:spcPts val="0"/>
              </a:spcBef>
              <a:spcAft>
                <a:spcPts val="0"/>
              </a:spcAft>
              <a:buFont typeface="Arial" panose="020B0604020202020204" pitchFamily="34" charset="0"/>
              <a:buChar char="•"/>
            </a:pP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一定是</a:t>
            </a:r>
            <a:r>
              <a:rPr lang="zh-CN" altLang="en-US" sz="2400">
                <a:solidFill>
                  <a:srgbClr val="2D84F3"/>
                </a:solidFill>
                <a:latin typeface="楷体" panose="02010609060101010101" pitchFamily="49" charset="-122"/>
                <a:ea typeface="楷体" panose="02010609060101010101" pitchFamily="49" charset="-122"/>
                <a:cs typeface="STKaiti"/>
              </a:rPr>
              <a:t>直接</a:t>
            </a:r>
            <a:r>
              <a:rPr lang="zh-CN" altLang="en-US" sz="2400">
                <a:solidFill>
                  <a:srgbClr val="000000"/>
                </a:solidFill>
                <a:latin typeface="楷体" panose="02010609060101010101" pitchFamily="49" charset="-122"/>
                <a:ea typeface="楷体" panose="02010609060101010101" pitchFamily="49" charset="-122"/>
                <a:cs typeface="STKaiti"/>
              </a:rPr>
              <a:t>在</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中定义的</a:t>
            </a:r>
            <a:r>
              <a:rPr lang="zh-CN" altLang="en-US" sz="2400" spc="-18">
                <a:solidFill>
                  <a:srgbClr val="000000"/>
                </a:solidFill>
                <a:latin typeface="楷体" panose="02010609060101010101" pitchFamily="49" charset="-122"/>
                <a:ea typeface="楷体" panose="02010609060101010101" pitchFamily="49" charset="-122"/>
                <a:cs typeface="Times New Roman"/>
              </a:rPr>
              <a:t> </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zh-CN" altLang="en-US" sz="2400">
                <a:solidFill>
                  <a:srgbClr val="000000"/>
                </a:solidFill>
                <a:latin typeface="楷体" panose="02010609060101010101" pitchFamily="49" charset="-122"/>
                <a:ea typeface="楷体" panose="02010609060101010101" pitchFamily="49" charset="-122"/>
                <a:cs typeface="STKaiti"/>
              </a:rPr>
              <a:t>例如</a:t>
            </a:r>
            <a:r>
              <a:rPr lang="zh-CN" altLang="en-US" sz="2400">
                <a:solidFill>
                  <a:srgbClr val="000000"/>
                </a:solidFill>
                <a:latin typeface="楷体" panose="02010609060101010101" pitchFamily="49" charset="-122"/>
                <a:ea typeface="楷体" panose="02010609060101010101" pitchFamily="49" charset="-122"/>
                <a:cs typeface="SimSun"/>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s</a:t>
            </a:r>
            <a:r>
              <a:rPr lang="en-US" altLang="zh-CN" sz="2400" b="1">
                <a:solidFill>
                  <a:srgbClr val="000000"/>
                </a:solidFill>
                <a:latin typeface="楷体" panose="02010609060101010101" pitchFamily="49" charset="-122"/>
                <a:ea typeface="楷体" panose="02010609060101010101" pitchFamily="49" charset="-122"/>
                <a:cs typeface="DOSGBW+TimesNewRomanPS-BoldItalicMT"/>
                <a:sym typeface="Symbol" panose="05050102010706020507" pitchFamily="18" charset="2"/>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q</a:t>
            </a:r>
            <a:r>
              <a:rPr lang="zh-CN" altLang="en-US" sz="2400" b="1">
                <a:solidFill>
                  <a:srgbClr val="000000"/>
                </a:solidFill>
                <a:latin typeface="楷体" panose="02010609060101010101" pitchFamily="49" charset="-122"/>
                <a:ea typeface="楷体" panose="02010609060101010101" pitchFamily="49" charset="-122"/>
                <a:cs typeface="DOSGBW+TimesNewRomanPS-BoldItalicMT"/>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q</a:t>
            </a:r>
            <a:r>
              <a:rPr lang="en-US" altLang="zh-CN" sz="2400" b="1">
                <a:solidFill>
                  <a:srgbClr val="000000"/>
                </a:solidFill>
                <a:latin typeface="楷体" panose="02010609060101010101" pitchFamily="49" charset="-122"/>
                <a:ea typeface="楷体" panose="02010609060101010101" pitchFamily="49" charset="-122"/>
                <a:cs typeface="DOSGBW+TimesNewRomanPS-BoldItalicMT"/>
                <a:sym typeface="Symbol" panose="05050102010706020507" pitchFamily="18" charset="2"/>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p</a:t>
            </a:r>
            <a:r>
              <a:rPr lang="en-US" altLang="zh-CN" sz="2400">
                <a:solidFill>
                  <a:srgbClr val="000000"/>
                </a:solidFill>
                <a:latin typeface="楷体" panose="02010609060101010101" pitchFamily="49" charset="-122"/>
                <a:ea typeface="楷体" panose="02010609060101010101" pitchFamily="49" charset="-122"/>
                <a:cs typeface="TMVGLV+TimesNewRomanPS-BoldMT"/>
              </a:rPr>
              <a:t>) </a:t>
            </a:r>
            <a:r>
              <a:rPr lang="zh-CN" altLang="en-US" sz="2400">
                <a:solidFill>
                  <a:srgbClr val="000000"/>
                </a:solidFill>
                <a:latin typeface="楷体" panose="02010609060101010101" pitchFamily="49" charset="-122"/>
                <a:ea typeface="楷体" panose="02010609060101010101" pitchFamily="49" charset="-122"/>
                <a:cs typeface="STKaiti"/>
              </a:rPr>
              <a:t>，因此，</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85" baseline="-25000">
                <a:solidFill>
                  <a:srgbClr val="000000"/>
                </a:solidFill>
                <a:latin typeface="楷体" panose="02010609060101010101" pitchFamily="49" charset="-122"/>
                <a:ea typeface="楷体" panose="02010609060101010101" pitchFamily="49" charset="-122"/>
                <a:cs typeface="DOSGBW+TimesNewRomanPS-BoldItalicMT"/>
              </a:rPr>
              <a:t>y</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432" baseline="-25000">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000000"/>
                </a:solidFill>
                <a:latin typeface="楷体" panose="02010609060101010101" pitchFamily="49" charset="-122"/>
                <a:ea typeface="楷体" panose="02010609060101010101" pitchFamily="49" charset="-122"/>
                <a:cs typeface="TMVGLV+TimesNewRomanPS-BoldMT"/>
              </a:rPr>
              <a:t>+1</a:t>
            </a:r>
          </a:p>
          <a:p>
            <a:pPr marL="342900" marR="0" indent="-165100">
              <a:lnSpc>
                <a:spcPct val="150000"/>
              </a:lnSpc>
              <a:spcBef>
                <a:spcPts val="0"/>
              </a:spcBef>
              <a:spcAft>
                <a:spcPts val="0"/>
              </a:spcAft>
              <a:buFont typeface="Arial" panose="020B0604020202020204" pitchFamily="34" charset="0"/>
              <a:buChar char="•"/>
            </a:pPr>
            <a:r>
              <a:rPr lang="zh-CN" altLang="en-US" sz="2400">
                <a:solidFill>
                  <a:srgbClr val="000000"/>
                </a:solidFill>
                <a:latin typeface="楷体" panose="02010609060101010101" pitchFamily="49" charset="-122"/>
                <a:ea typeface="楷体" panose="02010609060101010101" pitchFamily="49" charset="-122"/>
                <a:cs typeface="STKaiti"/>
              </a:rPr>
              <a:t>在调用代码序列中增加一个步骤：在</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的访问链中放置一个指向</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的活动记录的指针</a:t>
            </a:r>
            <a:endParaRPr lang="zh-CN" altLang="en-US" sz="2400" dirty="0">
              <a:solidFill>
                <a:srgbClr val="000000"/>
              </a:solidFill>
              <a:latin typeface="楷体" panose="02010609060101010101" pitchFamily="49" charset="-122"/>
              <a:ea typeface="楷体" panose="02010609060101010101" pitchFamily="49" charset="-122"/>
              <a:cs typeface="STKaiti"/>
            </a:endParaRPr>
          </a:p>
        </p:txBody>
      </p:sp>
      <p:graphicFrame>
        <p:nvGraphicFramePr>
          <p:cNvPr id="8" name="表格 4">
            <a:extLst>
              <a:ext uri="{FF2B5EF4-FFF2-40B4-BE49-F238E27FC236}">
                <a16:creationId xmlns:a16="http://schemas.microsoft.com/office/drawing/2014/main" id="{0AC8DB96-15EB-A24D-021D-C289D7340363}"/>
              </a:ext>
            </a:extLst>
          </p:cNvPr>
          <p:cNvGraphicFramePr>
            <a:graphicFrameLocks noGrp="1"/>
          </p:cNvGraphicFramePr>
          <p:nvPr>
            <p:extLst>
              <p:ext uri="{D42A27DB-BD31-4B8C-83A1-F6EECF244321}">
                <p14:modId xmlns:p14="http://schemas.microsoft.com/office/powerpoint/2010/main" val="2145625666"/>
              </p:ext>
            </p:extLst>
          </p:nvPr>
        </p:nvGraphicFramePr>
        <p:xfrm>
          <a:off x="9164984" y="5034173"/>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pic>
        <p:nvPicPr>
          <p:cNvPr id="11" name="图片 10">
            <a:extLst>
              <a:ext uri="{FF2B5EF4-FFF2-40B4-BE49-F238E27FC236}">
                <a16:creationId xmlns:a16="http://schemas.microsoft.com/office/drawing/2014/main" id="{F1F37854-DB37-A166-EF42-4E533F12AF6B}"/>
              </a:ext>
            </a:extLst>
          </p:cNvPr>
          <p:cNvPicPr>
            <a:picLocks noChangeAspect="1"/>
          </p:cNvPicPr>
          <p:nvPr/>
        </p:nvPicPr>
        <p:blipFill>
          <a:blip r:embed="rId2"/>
          <a:stretch>
            <a:fillRect/>
          </a:stretch>
        </p:blipFill>
        <p:spPr>
          <a:xfrm>
            <a:off x="10435279" y="800289"/>
            <a:ext cx="2004866" cy="4113882"/>
          </a:xfrm>
          <a:prstGeom prst="rect">
            <a:avLst/>
          </a:prstGeom>
        </p:spPr>
      </p:pic>
    </p:spTree>
    <p:extLst>
      <p:ext uri="{BB962C8B-B14F-4D97-AF65-F5344CB8AC3E}">
        <p14:creationId xmlns:p14="http://schemas.microsoft.com/office/powerpoint/2010/main" val="681281735"/>
      </p:ext>
    </p:extLst>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7535076-DCCA-156A-5263-69D3DDCD8A5E}"/>
              </a:ext>
            </a:extLst>
          </p:cNvPr>
          <p:cNvSpPr txBox="1"/>
          <p:nvPr/>
        </p:nvSpPr>
        <p:spPr>
          <a:xfrm>
            <a:off x="1331052" y="1314240"/>
            <a:ext cx="7545900" cy="5014834"/>
          </a:xfrm>
          <a:prstGeom prst="rect">
            <a:avLst/>
          </a:prstGeom>
          <a:noFill/>
        </p:spPr>
        <p:txBody>
          <a:bodyPr wrap="square" rtlCol="0">
            <a:spAutoFit/>
          </a:bodyPr>
          <a:lstStyle/>
          <a:p>
            <a:pPr marL="0" marR="0">
              <a:lnSpc>
                <a:spcPct val="150000"/>
              </a:lnSpc>
              <a:spcBef>
                <a:spcPts val="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建立访问链的代码属于</a:t>
            </a:r>
            <a:r>
              <a:rPr lang="zh-CN" altLang="en-US" sz="2400">
                <a:solidFill>
                  <a:srgbClr val="2D84F3"/>
                </a:solidFill>
                <a:latin typeface="楷体" panose="02010609060101010101" pitchFamily="49" charset="-122"/>
                <a:ea typeface="楷体" panose="02010609060101010101" pitchFamily="49" charset="-122"/>
                <a:cs typeface="STKaiti"/>
              </a:rPr>
              <a:t>调用序列</a:t>
            </a:r>
            <a:r>
              <a:rPr lang="zh-CN" altLang="en-US" sz="2400">
                <a:solidFill>
                  <a:srgbClr val="000000"/>
                </a:solidFill>
                <a:latin typeface="楷体" panose="02010609060101010101" pitchFamily="49" charset="-122"/>
                <a:ea typeface="楷体" panose="02010609060101010101" pitchFamily="49" charset="-122"/>
                <a:cs typeface="STKaiti"/>
              </a:rPr>
              <a:t>的一部分。</a:t>
            </a:r>
          </a:p>
          <a:p>
            <a:pPr>
              <a:lnSpc>
                <a:spcPct val="150000"/>
              </a:lnSpc>
              <a:spcBef>
                <a:spcPts val="89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假设嵌套深度为</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baseline="-25000">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的过程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调用嵌套深度为</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92" baseline="-25000">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的过程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 </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b="1">
                <a:solidFill>
                  <a:srgbClr val="000000"/>
                </a:solidFill>
                <a:latin typeface="楷体" panose="02010609060101010101" pitchFamily="49" charset="-122"/>
                <a:ea typeface="楷体" panose="02010609060101010101" pitchFamily="49" charset="-122"/>
                <a:cs typeface="DOSGBW+TimesNewRomanPS-BoldItalicMT"/>
                <a:sym typeface="Symbol" panose="05050102010706020507" pitchFamily="18" charset="2"/>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p>
          <a:p>
            <a:pPr marL="342900" indent="-342900">
              <a:lnSpc>
                <a:spcPct val="150000"/>
              </a:lnSpc>
              <a:spcBef>
                <a:spcPts val="890"/>
              </a:spcBef>
              <a:spcAft>
                <a:spcPts val="0"/>
              </a:spcAft>
              <a:buFont typeface="Wingdings" panose="05000000000000000000" pitchFamily="2" charset="2"/>
              <a:buChar char="Ø"/>
            </a:pP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500" baseline="-25000">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000000"/>
                </a:solidFill>
                <a:latin typeface="楷体" panose="02010609060101010101" pitchFamily="49" charset="-122"/>
                <a:ea typeface="楷体" panose="02010609060101010101" pitchFamily="49" charset="-122"/>
                <a:cs typeface="TMVGLV+TimesNewRomanPS-BoldMT"/>
              </a:rPr>
              <a:t>&lt; </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31" baseline="-25000">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的情况</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zh-CN" altLang="en-US" sz="2400">
                <a:solidFill>
                  <a:srgbClr val="000000"/>
                </a:solidFill>
                <a:latin typeface="楷体" panose="02010609060101010101" pitchFamily="49" charset="-122"/>
                <a:ea typeface="楷体" panose="02010609060101010101" pitchFamily="49" charset="-122"/>
                <a:cs typeface="STKaiti"/>
              </a:rPr>
              <a:t>外层调用内层</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p>
          <a:p>
            <a:pPr marL="342900" indent="-342900">
              <a:lnSpc>
                <a:spcPct val="150000"/>
              </a:lnSpc>
              <a:spcBef>
                <a:spcPts val="890"/>
              </a:spcBef>
              <a:spcAft>
                <a:spcPts val="0"/>
              </a:spcAft>
              <a:buClr>
                <a:schemeClr val="tx1"/>
              </a:buClr>
              <a:buFont typeface="Wingdings" panose="05000000000000000000" pitchFamily="2" charset="2"/>
              <a:buChar char="Ø"/>
            </a:pP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n</a:t>
            </a:r>
            <a:r>
              <a:rPr lang="en-US" altLang="zh-CN" sz="2400" b="1" spc="500" baseline="-25000">
                <a:solidFill>
                  <a:srgbClr val="FF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FF0000"/>
                </a:solidFill>
                <a:latin typeface="楷体" panose="02010609060101010101" pitchFamily="49" charset="-122"/>
                <a:ea typeface="楷体" panose="02010609060101010101" pitchFamily="49" charset="-122"/>
                <a:cs typeface="TMVGLV+TimesNewRomanPS-BoldMT"/>
              </a:rPr>
              <a:t>= </a:t>
            </a: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n</a:t>
            </a:r>
            <a:r>
              <a:rPr lang="en-US" altLang="zh-CN" sz="2400" b="1" spc="31" baseline="-25000">
                <a:solidFill>
                  <a:srgbClr val="FF0000"/>
                </a:solidFill>
                <a:latin typeface="楷体" panose="02010609060101010101" pitchFamily="49" charset="-122"/>
                <a:ea typeface="楷体" panose="02010609060101010101" pitchFamily="49" charset="-122"/>
                <a:cs typeface="DOSGBW+TimesNewRomanPS-BoldItalicMT"/>
              </a:rPr>
              <a:t>y</a:t>
            </a:r>
            <a:r>
              <a:rPr lang="zh-CN" altLang="en-US" sz="2400" spc="10">
                <a:solidFill>
                  <a:srgbClr val="FF0000"/>
                </a:solidFill>
                <a:latin typeface="楷体" panose="02010609060101010101" pitchFamily="49" charset="-122"/>
                <a:ea typeface="楷体" panose="02010609060101010101" pitchFamily="49" charset="-122"/>
                <a:cs typeface="KaiTi"/>
              </a:rPr>
              <a:t>的情况</a:t>
            </a:r>
            <a:r>
              <a:rPr lang="en-US" altLang="zh-CN" sz="2400">
                <a:solidFill>
                  <a:srgbClr val="FF0000"/>
                </a:solidFill>
                <a:latin typeface="楷体" panose="02010609060101010101" pitchFamily="49" charset="-122"/>
                <a:ea typeface="楷体" panose="02010609060101010101" pitchFamily="49" charset="-122"/>
                <a:cs typeface="TMVGLV+TimesNewRomanPS-BoldMT"/>
              </a:rPr>
              <a:t>(</a:t>
            </a:r>
            <a:r>
              <a:rPr lang="zh-CN" altLang="en-US" sz="2400">
                <a:solidFill>
                  <a:srgbClr val="FF0000"/>
                </a:solidFill>
                <a:latin typeface="楷体" panose="02010609060101010101" pitchFamily="49" charset="-122"/>
                <a:ea typeface="楷体" panose="02010609060101010101" pitchFamily="49" charset="-122"/>
                <a:cs typeface="STKaiti"/>
              </a:rPr>
              <a:t>本层调用本层</a:t>
            </a:r>
            <a:r>
              <a:rPr lang="zh-CN" altLang="en-US" sz="2400" spc="-14">
                <a:solidFill>
                  <a:srgbClr val="FF0000"/>
                </a:solidFill>
                <a:latin typeface="楷体" panose="02010609060101010101" pitchFamily="49" charset="-122"/>
                <a:ea typeface="楷体" panose="02010609060101010101" pitchFamily="49" charset="-122"/>
                <a:cs typeface="Times New Roman"/>
              </a:rPr>
              <a:t> </a:t>
            </a:r>
            <a:r>
              <a:rPr lang="en-US" altLang="zh-CN" sz="2400">
                <a:solidFill>
                  <a:srgbClr val="FF0000"/>
                </a:solidFill>
                <a:latin typeface="楷体" panose="02010609060101010101" pitchFamily="49" charset="-122"/>
                <a:ea typeface="楷体" panose="02010609060101010101" pitchFamily="49" charset="-122"/>
                <a:cs typeface="TMVGLV+TimesNewRomanPS-BoldMT"/>
              </a:rPr>
              <a:t>)</a:t>
            </a:r>
          </a:p>
          <a:p>
            <a:pPr marL="342900" indent="-165100">
              <a:lnSpc>
                <a:spcPct val="150000"/>
              </a:lnSpc>
              <a:spcBef>
                <a:spcPts val="890"/>
              </a:spcBef>
              <a:spcAft>
                <a:spcPts val="0"/>
              </a:spcAft>
              <a:buFont typeface="Arial" panose="020B0604020202020204" pitchFamily="34" charset="0"/>
              <a:buChar char="•"/>
            </a:pPr>
            <a:r>
              <a:rPr lang="zh-CN" altLang="en-US" sz="2400">
                <a:solidFill>
                  <a:srgbClr val="000000"/>
                </a:solidFill>
                <a:latin typeface="楷体" panose="02010609060101010101" pitchFamily="49" charset="-122"/>
                <a:ea typeface="楷体" panose="02010609060101010101" pitchFamily="49" charset="-122"/>
                <a:cs typeface="KaiTi"/>
              </a:rPr>
              <a:t>递归调用</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zh-CN" altLang="en-US" sz="2400" spc="10">
                <a:solidFill>
                  <a:srgbClr val="000000"/>
                </a:solidFill>
                <a:latin typeface="楷体" panose="02010609060101010101" pitchFamily="49" charset="-122"/>
                <a:ea typeface="楷体" panose="02010609060101010101" pitchFamily="49" charset="-122"/>
                <a:cs typeface="KaiTi"/>
              </a:rPr>
              <a:t>例如：</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q</a:t>
            </a:r>
            <a:r>
              <a:rPr lang="zh-CN" altLang="en-US" sz="2400" b="1">
                <a:solidFill>
                  <a:srgbClr val="000000"/>
                </a:solidFill>
                <a:latin typeface="楷体" panose="02010609060101010101" pitchFamily="49" charset="-122"/>
                <a:ea typeface="楷体" panose="02010609060101010101" pitchFamily="49" charset="-122"/>
                <a:cs typeface="REBIJF+TimesNewRomanPS-BoldMT"/>
                <a:sym typeface="Symbol" panose="05050102010706020507" pitchFamily="18" charset="2"/>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q </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p>
          <a:p>
            <a:pPr marL="342900" indent="-165100">
              <a:lnSpc>
                <a:spcPct val="150000"/>
              </a:lnSpc>
              <a:spcBef>
                <a:spcPts val="890"/>
              </a:spcBef>
              <a:spcAft>
                <a:spcPts val="0"/>
              </a:spcAft>
              <a:buFont typeface="Arial" panose="020B0604020202020204" pitchFamily="34" charset="0"/>
              <a:buChar char="•"/>
            </a:pPr>
            <a:r>
              <a:rPr lang="zh-CN" altLang="en-US" sz="2400" spc="11">
                <a:solidFill>
                  <a:srgbClr val="000000"/>
                </a:solidFill>
                <a:latin typeface="楷体" panose="02010609060101010101" pitchFamily="49" charset="-122"/>
                <a:ea typeface="楷体" panose="02010609060101010101" pitchFamily="49" charset="-122"/>
                <a:cs typeface="KaiTi"/>
              </a:rPr>
              <a:t>被调用者的活动记录的访问链与调用者的活动记录的访问链是相同的，可以直接复制</a:t>
            </a:r>
            <a:endParaRPr lang="zh-CN" altLang="en-US" sz="2400" dirty="0">
              <a:solidFill>
                <a:srgbClr val="000000"/>
              </a:solidFill>
              <a:latin typeface="楷体" panose="02010609060101010101" pitchFamily="49" charset="-122"/>
              <a:ea typeface="楷体" panose="02010609060101010101" pitchFamily="49" charset="-122"/>
              <a:cs typeface="STKaiti"/>
            </a:endParaRPr>
          </a:p>
        </p:txBody>
      </p:sp>
      <p:pic>
        <p:nvPicPr>
          <p:cNvPr id="7" name="图片 6">
            <a:extLst>
              <a:ext uri="{FF2B5EF4-FFF2-40B4-BE49-F238E27FC236}">
                <a16:creationId xmlns:a16="http://schemas.microsoft.com/office/drawing/2014/main" id="{ECC63C42-5443-394A-4B20-94378219359A}"/>
              </a:ext>
            </a:extLst>
          </p:cNvPr>
          <p:cNvPicPr>
            <a:picLocks noChangeAspect="1"/>
          </p:cNvPicPr>
          <p:nvPr/>
        </p:nvPicPr>
        <p:blipFill>
          <a:blip r:embed="rId2"/>
          <a:stretch>
            <a:fillRect/>
          </a:stretch>
        </p:blipFill>
        <p:spPr>
          <a:xfrm>
            <a:off x="10316104" y="515268"/>
            <a:ext cx="2057217" cy="4460837"/>
          </a:xfrm>
          <a:prstGeom prst="rect">
            <a:avLst/>
          </a:prstGeom>
        </p:spPr>
      </p:pic>
      <p:graphicFrame>
        <p:nvGraphicFramePr>
          <p:cNvPr id="8" name="表格 4">
            <a:extLst>
              <a:ext uri="{FF2B5EF4-FFF2-40B4-BE49-F238E27FC236}">
                <a16:creationId xmlns:a16="http://schemas.microsoft.com/office/drawing/2014/main" id="{0AC8DB96-15EB-A24D-021D-C289D7340363}"/>
              </a:ext>
            </a:extLst>
          </p:cNvPr>
          <p:cNvGraphicFramePr>
            <a:graphicFrameLocks noGrp="1"/>
          </p:cNvGraphicFramePr>
          <p:nvPr/>
        </p:nvGraphicFramePr>
        <p:xfrm>
          <a:off x="9164984" y="5034173"/>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spTree>
    <p:extLst>
      <p:ext uri="{BB962C8B-B14F-4D97-AF65-F5344CB8AC3E}">
        <p14:creationId xmlns:p14="http://schemas.microsoft.com/office/powerpoint/2010/main" val="3197333804"/>
      </p:ext>
    </p:extLst>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7535076-DCCA-156A-5263-69D3DDCD8A5E}"/>
              </a:ext>
            </a:extLst>
          </p:cNvPr>
          <p:cNvSpPr txBox="1"/>
          <p:nvPr/>
        </p:nvSpPr>
        <p:spPr>
          <a:xfrm>
            <a:off x="1331052" y="1314240"/>
            <a:ext cx="7545900" cy="5882764"/>
          </a:xfrm>
          <a:prstGeom prst="rect">
            <a:avLst/>
          </a:prstGeom>
          <a:noFill/>
        </p:spPr>
        <p:txBody>
          <a:bodyPr wrap="square" rtlCol="0">
            <a:spAutoFit/>
          </a:bodyPr>
          <a:lstStyle/>
          <a:p>
            <a:pPr marL="0" marR="0">
              <a:lnSpc>
                <a:spcPct val="130000"/>
              </a:lnSpc>
              <a:spcBef>
                <a:spcPts val="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建立访问链的代码属于</a:t>
            </a:r>
            <a:r>
              <a:rPr lang="zh-CN" altLang="en-US" sz="2400">
                <a:solidFill>
                  <a:srgbClr val="2D84F3"/>
                </a:solidFill>
                <a:latin typeface="楷体" panose="02010609060101010101" pitchFamily="49" charset="-122"/>
                <a:ea typeface="楷体" panose="02010609060101010101" pitchFamily="49" charset="-122"/>
                <a:cs typeface="STKaiti"/>
              </a:rPr>
              <a:t>调用序列</a:t>
            </a:r>
            <a:r>
              <a:rPr lang="zh-CN" altLang="en-US" sz="2400">
                <a:solidFill>
                  <a:srgbClr val="000000"/>
                </a:solidFill>
                <a:latin typeface="楷体" panose="02010609060101010101" pitchFamily="49" charset="-122"/>
                <a:ea typeface="楷体" panose="02010609060101010101" pitchFamily="49" charset="-122"/>
                <a:cs typeface="STKaiti"/>
              </a:rPr>
              <a:t>的一部分。</a:t>
            </a:r>
          </a:p>
          <a:p>
            <a:pPr>
              <a:lnSpc>
                <a:spcPct val="130000"/>
              </a:lnSpc>
              <a:spcBef>
                <a:spcPts val="890"/>
              </a:spcBef>
              <a:spcAft>
                <a:spcPts val="0"/>
              </a:spcAft>
            </a:pPr>
            <a:r>
              <a:rPr lang="zh-CN" altLang="en-US" sz="2400">
                <a:solidFill>
                  <a:srgbClr val="000000"/>
                </a:solidFill>
                <a:latin typeface="楷体" panose="02010609060101010101" pitchFamily="49" charset="-122"/>
                <a:ea typeface="楷体" panose="02010609060101010101" pitchFamily="49" charset="-122"/>
                <a:cs typeface="STKaiti"/>
              </a:rPr>
              <a:t>假设嵌套深度为</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baseline="-25000">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的过程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a:solidFill>
                  <a:srgbClr val="000000"/>
                </a:solidFill>
                <a:latin typeface="楷体" panose="02010609060101010101" pitchFamily="49" charset="-122"/>
                <a:ea typeface="楷体" panose="02010609060101010101" pitchFamily="49" charset="-122"/>
                <a:cs typeface="STKaiti"/>
              </a:rPr>
              <a:t>调用嵌套深度为</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92" baseline="-25000">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的过程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 </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b="1">
                <a:solidFill>
                  <a:srgbClr val="000000"/>
                </a:solidFill>
                <a:latin typeface="楷体" panose="02010609060101010101" pitchFamily="49" charset="-122"/>
                <a:ea typeface="楷体" panose="02010609060101010101" pitchFamily="49" charset="-122"/>
                <a:cs typeface="DOSGBW+TimesNewRomanPS-BoldItalicMT"/>
                <a:sym typeface="Symbol" panose="05050102010706020507" pitchFamily="18" charset="2"/>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p>
          <a:p>
            <a:pPr marL="342900" indent="-342900">
              <a:lnSpc>
                <a:spcPct val="130000"/>
              </a:lnSpc>
              <a:spcBef>
                <a:spcPts val="890"/>
              </a:spcBef>
              <a:spcAft>
                <a:spcPts val="0"/>
              </a:spcAft>
              <a:buFont typeface="Wingdings" panose="05000000000000000000" pitchFamily="2" charset="2"/>
              <a:buChar char="Ø"/>
            </a:pP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500" baseline="-25000">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000000"/>
                </a:solidFill>
                <a:latin typeface="楷体" panose="02010609060101010101" pitchFamily="49" charset="-122"/>
                <a:ea typeface="楷体" panose="02010609060101010101" pitchFamily="49" charset="-122"/>
                <a:cs typeface="TMVGLV+TimesNewRomanPS-BoldMT"/>
              </a:rPr>
              <a:t>&lt; </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31" baseline="-25000">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STKaiti"/>
              </a:rPr>
              <a:t>的情况</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zh-CN" altLang="en-US" sz="2400">
                <a:solidFill>
                  <a:srgbClr val="000000"/>
                </a:solidFill>
                <a:latin typeface="楷体" panose="02010609060101010101" pitchFamily="49" charset="-122"/>
                <a:ea typeface="楷体" panose="02010609060101010101" pitchFamily="49" charset="-122"/>
                <a:cs typeface="STKaiti"/>
              </a:rPr>
              <a:t>外层调用内层</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p>
          <a:p>
            <a:pPr marL="342900" indent="-342900">
              <a:lnSpc>
                <a:spcPct val="130000"/>
              </a:lnSpc>
              <a:spcBef>
                <a:spcPts val="890"/>
              </a:spcBef>
              <a:spcAft>
                <a:spcPts val="0"/>
              </a:spcAft>
              <a:buClr>
                <a:schemeClr val="tx1"/>
              </a:buClr>
              <a:buFont typeface="Wingdings" panose="05000000000000000000" pitchFamily="2" charset="2"/>
              <a:buChar char="Ø"/>
            </a:pPr>
            <a:r>
              <a:rPr lang="en-US" altLang="zh-CN" sz="2400" b="1">
                <a:latin typeface="楷体" panose="02010609060101010101" pitchFamily="49" charset="-122"/>
                <a:ea typeface="楷体" panose="02010609060101010101" pitchFamily="49" charset="-122"/>
                <a:cs typeface="DOSGBW+TimesNewRomanPS-BoldItalicMT"/>
              </a:rPr>
              <a:t>n</a:t>
            </a:r>
            <a:r>
              <a:rPr lang="en-US" altLang="zh-CN" sz="2400" b="1" spc="500" baseline="-25000">
                <a:latin typeface="楷体" panose="02010609060101010101" pitchFamily="49" charset="-122"/>
                <a:ea typeface="楷体" panose="02010609060101010101" pitchFamily="49" charset="-122"/>
                <a:cs typeface="DOSGBW+TimesNewRomanPS-BoldItalicMT"/>
              </a:rPr>
              <a:t>x</a:t>
            </a:r>
            <a:r>
              <a:rPr lang="en-US" altLang="zh-CN" sz="2400">
                <a:latin typeface="楷体" panose="02010609060101010101" pitchFamily="49" charset="-122"/>
                <a:ea typeface="楷体" panose="02010609060101010101" pitchFamily="49" charset="-122"/>
                <a:cs typeface="TMVGLV+TimesNewRomanPS-BoldMT"/>
              </a:rPr>
              <a:t>= </a:t>
            </a:r>
            <a:r>
              <a:rPr lang="en-US" altLang="zh-CN" sz="2400" b="1">
                <a:latin typeface="楷体" panose="02010609060101010101" pitchFamily="49" charset="-122"/>
                <a:ea typeface="楷体" panose="02010609060101010101" pitchFamily="49" charset="-122"/>
                <a:cs typeface="DOSGBW+TimesNewRomanPS-BoldItalicMT"/>
              </a:rPr>
              <a:t>n</a:t>
            </a:r>
            <a:r>
              <a:rPr lang="en-US" altLang="zh-CN" sz="2400" b="1" spc="31" baseline="-25000">
                <a:latin typeface="楷体" panose="02010609060101010101" pitchFamily="49" charset="-122"/>
                <a:ea typeface="楷体" panose="02010609060101010101" pitchFamily="49" charset="-122"/>
                <a:cs typeface="DOSGBW+TimesNewRomanPS-BoldItalicMT"/>
              </a:rPr>
              <a:t>y</a:t>
            </a:r>
            <a:r>
              <a:rPr lang="zh-CN" altLang="en-US" sz="2400" spc="10">
                <a:latin typeface="楷体" panose="02010609060101010101" pitchFamily="49" charset="-122"/>
                <a:ea typeface="楷体" panose="02010609060101010101" pitchFamily="49" charset="-122"/>
                <a:cs typeface="KaiTi"/>
              </a:rPr>
              <a:t>的情况</a:t>
            </a:r>
            <a:r>
              <a:rPr lang="en-US" altLang="zh-CN" sz="2400">
                <a:latin typeface="楷体" panose="02010609060101010101" pitchFamily="49" charset="-122"/>
                <a:ea typeface="楷体" panose="02010609060101010101" pitchFamily="49" charset="-122"/>
                <a:cs typeface="TMVGLV+TimesNewRomanPS-BoldMT"/>
              </a:rPr>
              <a:t>(</a:t>
            </a:r>
            <a:r>
              <a:rPr lang="zh-CN" altLang="en-US" sz="2400">
                <a:latin typeface="楷体" panose="02010609060101010101" pitchFamily="49" charset="-122"/>
                <a:ea typeface="楷体" panose="02010609060101010101" pitchFamily="49" charset="-122"/>
                <a:cs typeface="STKaiti"/>
              </a:rPr>
              <a:t>本层调用本层</a:t>
            </a:r>
            <a:r>
              <a:rPr lang="zh-CN" altLang="en-US" sz="2400" spc="-14">
                <a:latin typeface="楷体" panose="02010609060101010101" pitchFamily="49" charset="-122"/>
                <a:ea typeface="楷体" panose="02010609060101010101" pitchFamily="49" charset="-122"/>
                <a:cs typeface="Times New Roman"/>
              </a:rPr>
              <a:t> </a:t>
            </a:r>
            <a:r>
              <a:rPr lang="en-US" altLang="zh-CN" sz="2400">
                <a:latin typeface="楷体" panose="02010609060101010101" pitchFamily="49" charset="-122"/>
                <a:ea typeface="楷体" panose="02010609060101010101" pitchFamily="49" charset="-122"/>
                <a:cs typeface="TMVGLV+TimesNewRomanPS-BoldMT"/>
              </a:rPr>
              <a:t>)</a:t>
            </a:r>
          </a:p>
          <a:p>
            <a:pPr marL="342900" indent="-342900">
              <a:lnSpc>
                <a:spcPct val="130000"/>
              </a:lnSpc>
              <a:spcBef>
                <a:spcPts val="890"/>
              </a:spcBef>
              <a:spcAft>
                <a:spcPts val="0"/>
              </a:spcAft>
              <a:buClr>
                <a:schemeClr val="tx1"/>
              </a:buClr>
              <a:buFont typeface="Wingdings" panose="05000000000000000000" pitchFamily="2" charset="2"/>
              <a:buChar char="Ø"/>
            </a:pP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n</a:t>
            </a:r>
            <a:r>
              <a:rPr lang="en-US" altLang="zh-CN" sz="2400" b="1" spc="500" baseline="-25000">
                <a:solidFill>
                  <a:srgbClr val="FF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FF0000"/>
                </a:solidFill>
                <a:latin typeface="楷体" panose="02010609060101010101" pitchFamily="49" charset="-122"/>
                <a:ea typeface="楷体" panose="02010609060101010101" pitchFamily="49" charset="-122"/>
                <a:cs typeface="TMVGLV+TimesNewRomanPS-BoldMT"/>
              </a:rPr>
              <a:t>&gt; </a:t>
            </a: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n</a:t>
            </a:r>
            <a:r>
              <a:rPr lang="en-US" altLang="zh-CN" sz="2400" b="1" spc="31" baseline="-25000">
                <a:solidFill>
                  <a:srgbClr val="FF0000"/>
                </a:solidFill>
                <a:latin typeface="楷体" panose="02010609060101010101" pitchFamily="49" charset="-122"/>
                <a:ea typeface="楷体" panose="02010609060101010101" pitchFamily="49" charset="-122"/>
                <a:cs typeface="DOSGBW+TimesNewRomanPS-BoldItalicMT"/>
              </a:rPr>
              <a:t>y</a:t>
            </a:r>
            <a:r>
              <a:rPr lang="zh-CN" altLang="en-US" sz="2400" spc="10">
                <a:solidFill>
                  <a:srgbClr val="FF0000"/>
                </a:solidFill>
                <a:latin typeface="楷体" panose="02010609060101010101" pitchFamily="49" charset="-122"/>
                <a:ea typeface="楷体" panose="02010609060101010101" pitchFamily="49" charset="-122"/>
                <a:cs typeface="KaiTi"/>
              </a:rPr>
              <a:t>的情况</a:t>
            </a:r>
            <a:r>
              <a:rPr lang="en-US" altLang="zh-CN" sz="2400">
                <a:solidFill>
                  <a:srgbClr val="FF0000"/>
                </a:solidFill>
                <a:latin typeface="楷体" panose="02010609060101010101" pitchFamily="49" charset="-122"/>
                <a:ea typeface="楷体" panose="02010609060101010101" pitchFamily="49" charset="-122"/>
                <a:cs typeface="TMVGLV+TimesNewRomanPS-BoldMT"/>
              </a:rPr>
              <a:t>(</a:t>
            </a:r>
            <a:r>
              <a:rPr lang="zh-CN" altLang="en-US" sz="2400">
                <a:solidFill>
                  <a:srgbClr val="FF0000"/>
                </a:solidFill>
                <a:latin typeface="楷体" panose="02010609060101010101" pitchFamily="49" charset="-122"/>
                <a:ea typeface="楷体" panose="02010609060101010101" pitchFamily="49" charset="-122"/>
                <a:cs typeface="STKaiti"/>
              </a:rPr>
              <a:t>内层调用外层，</a:t>
            </a:r>
            <a:r>
              <a:rPr lang="zh-CN" altLang="en-US" sz="2400">
                <a:solidFill>
                  <a:srgbClr val="FF0000"/>
                </a:solidFill>
                <a:latin typeface="楷体" panose="02010609060101010101" pitchFamily="49" charset="-122"/>
                <a:ea typeface="楷体" panose="02010609060101010101" pitchFamily="49" charset="-122"/>
                <a:cs typeface="KaiTi"/>
              </a:rPr>
              <a:t>如：</a:t>
            </a: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p</a:t>
            </a:r>
            <a:r>
              <a:rPr lang="en-US" altLang="zh-CN" sz="2400" b="1">
                <a:solidFill>
                  <a:srgbClr val="FF0000"/>
                </a:solidFill>
                <a:latin typeface="楷体" panose="02010609060101010101" pitchFamily="49" charset="-122"/>
                <a:ea typeface="楷体" panose="02010609060101010101" pitchFamily="49" charset="-122"/>
                <a:cs typeface="DOSGBW+TimesNewRomanPS-BoldItalicMT"/>
                <a:sym typeface="Symbol" panose="05050102010706020507" pitchFamily="18" charset="2"/>
              </a:rPr>
              <a:t></a:t>
            </a:r>
            <a:r>
              <a:rPr lang="en-US" altLang="zh-CN" sz="2400" b="1">
                <a:solidFill>
                  <a:srgbClr val="FF0000"/>
                </a:solidFill>
                <a:latin typeface="楷体" panose="02010609060101010101" pitchFamily="49" charset="-122"/>
                <a:ea typeface="楷体" panose="02010609060101010101" pitchFamily="49" charset="-122"/>
                <a:cs typeface="DOSGBW+TimesNewRomanPS-BoldItalicMT"/>
              </a:rPr>
              <a:t>e </a:t>
            </a:r>
            <a:r>
              <a:rPr lang="en-US" altLang="zh-CN" sz="2400">
                <a:solidFill>
                  <a:srgbClr val="FF0000"/>
                </a:solidFill>
                <a:latin typeface="楷体" panose="02010609060101010101" pitchFamily="49" charset="-122"/>
                <a:ea typeface="楷体" panose="02010609060101010101" pitchFamily="49" charset="-122"/>
                <a:cs typeface="TMVGLV+TimesNewRomanPS-BoldMT"/>
              </a:rPr>
              <a:t>)</a:t>
            </a:r>
          </a:p>
          <a:p>
            <a:pPr marL="342900" marR="0" indent="-165100">
              <a:lnSpc>
                <a:spcPct val="130000"/>
              </a:lnSpc>
              <a:spcBef>
                <a:spcPts val="0"/>
              </a:spcBef>
              <a:spcAft>
                <a:spcPts val="0"/>
              </a:spcAft>
              <a:buFont typeface="Arial" panose="020B0604020202020204" pitchFamily="34" charset="0"/>
              <a:buChar char="•"/>
            </a:pPr>
            <a:r>
              <a:rPr lang="zh-CN" altLang="en-US" sz="2400">
                <a:solidFill>
                  <a:srgbClr val="000000"/>
                </a:solidFill>
                <a:latin typeface="楷体" panose="02010609060101010101" pitchFamily="49" charset="-122"/>
                <a:ea typeface="楷体" panose="02010609060101010101" pitchFamily="49" charset="-122"/>
                <a:cs typeface="KaiTi"/>
              </a:rPr>
              <a:t>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spc="10">
                <a:solidFill>
                  <a:srgbClr val="000000"/>
                </a:solidFill>
                <a:latin typeface="楷体" panose="02010609060101010101" pitchFamily="49" charset="-122"/>
                <a:ea typeface="楷体" panose="02010609060101010101" pitchFamily="49" charset="-122"/>
                <a:cs typeface="KaiTi"/>
              </a:rPr>
              <a:t>必定嵌套在某个过程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z</a:t>
            </a:r>
            <a:r>
              <a:rPr lang="zh-CN" altLang="en-US" sz="2400" spc="10">
                <a:solidFill>
                  <a:srgbClr val="000000"/>
                </a:solidFill>
                <a:latin typeface="楷体" panose="02010609060101010101" pitchFamily="49" charset="-122"/>
                <a:ea typeface="楷体" panose="02010609060101010101" pitchFamily="49" charset="-122"/>
                <a:cs typeface="KaiTi"/>
              </a:rPr>
              <a:t>中，而</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z</a:t>
            </a:r>
            <a:r>
              <a:rPr lang="zh-CN" altLang="en-US" sz="2400" spc="11">
                <a:solidFill>
                  <a:srgbClr val="000000"/>
                </a:solidFill>
                <a:latin typeface="楷体" panose="02010609060101010101" pitchFamily="49" charset="-122"/>
                <a:ea typeface="楷体" panose="02010609060101010101" pitchFamily="49" charset="-122"/>
                <a:cs typeface="KaiTi"/>
              </a:rPr>
              <a:t>中直接定义</a:t>
            </a:r>
            <a:r>
              <a:rPr lang="zh-CN" altLang="en-US" sz="2400">
                <a:solidFill>
                  <a:srgbClr val="000000"/>
                </a:solidFill>
                <a:latin typeface="楷体" panose="02010609060101010101" pitchFamily="49" charset="-122"/>
                <a:ea typeface="楷体" panose="02010609060101010101" pitchFamily="49" charset="-122"/>
                <a:cs typeface="KaiTi"/>
              </a:rPr>
              <a:t>了过程</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p>
          <a:p>
            <a:pPr marL="342900" indent="-165100">
              <a:lnSpc>
                <a:spcPct val="130000"/>
              </a:lnSpc>
              <a:spcBef>
                <a:spcPts val="890"/>
              </a:spcBef>
              <a:spcAft>
                <a:spcPts val="0"/>
              </a:spcAft>
              <a:buClr>
                <a:schemeClr val="tx1"/>
              </a:buClr>
              <a:buFont typeface="Arial" panose="020B0604020202020204" pitchFamily="34" charset="0"/>
              <a:buChar char="•"/>
            </a:pPr>
            <a:r>
              <a:rPr lang="zh-CN" altLang="en-US" sz="2400">
                <a:solidFill>
                  <a:srgbClr val="000000"/>
                </a:solidFill>
                <a:latin typeface="楷体" panose="02010609060101010101" pitchFamily="49" charset="-122"/>
                <a:ea typeface="楷体" panose="02010609060101010101" pitchFamily="49" charset="-122"/>
                <a:cs typeface="KaiTi"/>
              </a:rPr>
              <a:t>从</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x</a:t>
            </a:r>
            <a:r>
              <a:rPr lang="zh-CN" altLang="en-US" sz="2400" spc="10">
                <a:solidFill>
                  <a:srgbClr val="000000"/>
                </a:solidFill>
                <a:latin typeface="楷体" panose="02010609060101010101" pitchFamily="49" charset="-122"/>
                <a:ea typeface="楷体" panose="02010609060101010101" pitchFamily="49" charset="-122"/>
                <a:cs typeface="KaiTi"/>
              </a:rPr>
              <a:t>的活动记录开始，沿着访问链经过</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630" baseline="-25000">
                <a:solidFill>
                  <a:srgbClr val="000000"/>
                </a:solidFill>
                <a:latin typeface="楷体" panose="02010609060101010101" pitchFamily="49" charset="-122"/>
                <a:ea typeface="楷体" panose="02010609060101010101" pitchFamily="49" charset="-122"/>
                <a:cs typeface="DOSGBW+TimesNewRomanPS-BoldItalicMT"/>
              </a:rPr>
              <a:t>x</a:t>
            </a:r>
            <a:r>
              <a:rPr lang="en-US" altLang="zh-CN" sz="2400">
                <a:solidFill>
                  <a:srgbClr val="000000"/>
                </a:solidFill>
                <a:latin typeface="楷体" panose="02010609060101010101" pitchFamily="49" charset="-122"/>
                <a:ea typeface="楷体" panose="02010609060101010101" pitchFamily="49" charset="-122"/>
                <a:cs typeface="TMVGLV+TimesNewRomanPS-BoldMT"/>
              </a:rPr>
              <a:t>-</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n</a:t>
            </a:r>
            <a:r>
              <a:rPr lang="en-US" altLang="zh-CN" sz="2400" b="1" spc="534" baseline="-25000">
                <a:solidFill>
                  <a:srgbClr val="000000"/>
                </a:solidFill>
                <a:latin typeface="楷体" panose="02010609060101010101" pitchFamily="49" charset="-122"/>
                <a:ea typeface="楷体" panose="02010609060101010101" pitchFamily="49" charset="-122"/>
                <a:cs typeface="DOSGBW+TimesNewRomanPS-BoldItalicMT"/>
              </a:rPr>
              <a:t>y</a:t>
            </a:r>
            <a:r>
              <a:rPr lang="en-US" altLang="zh-CN" sz="2400">
                <a:solidFill>
                  <a:srgbClr val="000000"/>
                </a:solidFill>
                <a:latin typeface="楷体" panose="02010609060101010101" pitchFamily="49" charset="-122"/>
                <a:ea typeface="楷体" panose="02010609060101010101" pitchFamily="49" charset="-122"/>
                <a:cs typeface="TMVGLV+TimesNewRomanPS-BoldMT"/>
              </a:rPr>
              <a:t>+1</a:t>
            </a:r>
            <a:r>
              <a:rPr lang="zh-CN" altLang="en-US" sz="2400" spc="10">
                <a:solidFill>
                  <a:srgbClr val="000000"/>
                </a:solidFill>
                <a:latin typeface="楷体" panose="02010609060101010101" pitchFamily="49" charset="-122"/>
                <a:ea typeface="楷体" panose="02010609060101010101" pitchFamily="49" charset="-122"/>
                <a:cs typeface="KaiTi"/>
              </a:rPr>
              <a:t>步就可以找到离栈顶最近的</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z</a:t>
            </a:r>
            <a:r>
              <a:rPr lang="zh-CN" altLang="en-US" sz="2400" spc="10">
                <a:solidFill>
                  <a:srgbClr val="000000"/>
                </a:solidFill>
                <a:latin typeface="楷体" panose="02010609060101010101" pitchFamily="49" charset="-122"/>
                <a:ea typeface="楷体" panose="02010609060101010101" pitchFamily="49" charset="-122"/>
                <a:cs typeface="KaiTi"/>
              </a:rPr>
              <a:t>的活动记录。</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y</a:t>
            </a:r>
            <a:r>
              <a:rPr lang="zh-CN" altLang="en-US" sz="2400">
                <a:solidFill>
                  <a:srgbClr val="000000"/>
                </a:solidFill>
                <a:latin typeface="楷体" panose="02010609060101010101" pitchFamily="49" charset="-122"/>
                <a:ea typeface="楷体" panose="02010609060101010101" pitchFamily="49" charset="-122"/>
                <a:cs typeface="KaiTi"/>
              </a:rPr>
              <a:t>的访问链必须指向</a:t>
            </a:r>
            <a:r>
              <a:rPr lang="en-US" altLang="zh-CN" sz="2400" b="1">
                <a:solidFill>
                  <a:srgbClr val="000000"/>
                </a:solidFill>
                <a:latin typeface="楷体" panose="02010609060101010101" pitchFamily="49" charset="-122"/>
                <a:ea typeface="楷体" panose="02010609060101010101" pitchFamily="49" charset="-122"/>
                <a:cs typeface="DOSGBW+TimesNewRomanPS-BoldItalicMT"/>
              </a:rPr>
              <a:t>z</a:t>
            </a:r>
            <a:r>
              <a:rPr lang="zh-CN" altLang="en-US" sz="2400" spc="12">
                <a:solidFill>
                  <a:srgbClr val="000000"/>
                </a:solidFill>
                <a:latin typeface="楷体" panose="02010609060101010101" pitchFamily="49" charset="-122"/>
                <a:ea typeface="楷体" panose="02010609060101010101" pitchFamily="49" charset="-122"/>
                <a:cs typeface="KaiTi"/>
              </a:rPr>
              <a:t>的这个活动记录</a:t>
            </a:r>
            <a:endParaRPr lang="en-US" altLang="zh-CN" sz="2400">
              <a:solidFill>
                <a:srgbClr val="FF0000"/>
              </a:solidFill>
              <a:latin typeface="楷体" panose="02010609060101010101" pitchFamily="49" charset="-122"/>
              <a:ea typeface="楷体" panose="02010609060101010101" pitchFamily="49" charset="-122"/>
              <a:cs typeface="TMVGLV+TimesNewRomanPS-BoldMT"/>
            </a:endParaRPr>
          </a:p>
        </p:txBody>
      </p:sp>
      <p:graphicFrame>
        <p:nvGraphicFramePr>
          <p:cNvPr id="8" name="表格 4">
            <a:extLst>
              <a:ext uri="{FF2B5EF4-FFF2-40B4-BE49-F238E27FC236}">
                <a16:creationId xmlns:a16="http://schemas.microsoft.com/office/drawing/2014/main" id="{0AC8DB96-15EB-A24D-021D-C289D7340363}"/>
              </a:ext>
            </a:extLst>
          </p:cNvPr>
          <p:cNvGraphicFramePr>
            <a:graphicFrameLocks noGrp="1"/>
          </p:cNvGraphicFramePr>
          <p:nvPr/>
        </p:nvGraphicFramePr>
        <p:xfrm>
          <a:off x="9164984" y="5034173"/>
          <a:ext cx="3613714" cy="237744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33550677"/>
                    </a:ext>
                  </a:extLst>
                </a:gridCol>
                <a:gridCol w="1309458">
                  <a:extLst>
                    <a:ext uri="{9D8B030D-6E8A-4147-A177-3AD203B41FA5}">
                      <a16:colId xmlns:a16="http://schemas.microsoft.com/office/drawing/2014/main" val="2454299790"/>
                    </a:ext>
                  </a:extLst>
                </a:gridCol>
              </a:tblGrid>
              <a:tr h="370840">
                <a:tc>
                  <a:txBody>
                    <a:bodyPr/>
                    <a:lstStyle/>
                    <a:p>
                      <a:pPr algn="ctr"/>
                      <a:r>
                        <a:rPr lang="zh-CN" altLang="en-US" sz="2000">
                          <a:solidFill>
                            <a:srgbClr val="3333CC"/>
                          </a:solidFill>
                          <a:latin typeface="楷体" panose="02010609060101010101" pitchFamily="49" charset="-122"/>
                          <a:ea typeface="楷体" panose="02010609060101010101" pitchFamily="49" charset="-122"/>
                        </a:rPr>
                        <a:t>过程</a:t>
                      </a:r>
                    </a:p>
                  </a:txBody>
                  <a:tcPr anchor="ctr">
                    <a:solidFill>
                      <a:srgbClr val="F9D98C"/>
                    </a:solidFill>
                  </a:tcPr>
                </a:tc>
                <a:tc>
                  <a:txBody>
                    <a:bodyPr/>
                    <a:lstStyle/>
                    <a:p>
                      <a:pPr algn="ctr"/>
                      <a:r>
                        <a:rPr lang="zh-CN" altLang="en-US" sz="2000">
                          <a:solidFill>
                            <a:srgbClr val="3333CC"/>
                          </a:solidFill>
                          <a:latin typeface="楷体" panose="02010609060101010101" pitchFamily="49" charset="-122"/>
                          <a:ea typeface="楷体" panose="02010609060101010101" pitchFamily="49" charset="-122"/>
                        </a:rPr>
                        <a:t>嵌套深度</a:t>
                      </a:r>
                    </a:p>
                  </a:txBody>
                  <a:tcPr anchor="ctr">
                    <a:solidFill>
                      <a:srgbClr val="F9D98C"/>
                    </a:solidFill>
                  </a:tcPr>
                </a:tc>
                <a:extLst>
                  <a:ext uri="{0D108BD9-81ED-4DB2-BD59-A6C34878D82A}">
                    <a16:rowId xmlns:a16="http://schemas.microsoft.com/office/drawing/2014/main" val="149362250"/>
                  </a:ext>
                </a:extLst>
              </a:tr>
              <a:tr h="370840">
                <a:tc>
                  <a:txBody>
                    <a:bodyPr/>
                    <a:lstStyle/>
                    <a:p>
                      <a:pPr algn="l"/>
                      <a:r>
                        <a:rPr lang="en-US" altLang="zh-CN" sz="2000">
                          <a:latin typeface="楷体" panose="02010609060101010101" pitchFamily="49" charset="-122"/>
                          <a:ea typeface="楷体" panose="02010609060101010101" pitchFamily="49" charset="-122"/>
                        </a:rPr>
                        <a:t>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1</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3748624788"/>
                  </a:ext>
                </a:extLst>
              </a:tr>
              <a:tr h="370840">
                <a:tc>
                  <a:txBody>
                    <a:bodyPr/>
                    <a:lstStyle/>
                    <a:p>
                      <a:pPr algn="l"/>
                      <a:r>
                        <a:rPr lang="en-US" altLang="zh-CN" sz="2000">
                          <a:latin typeface="楷体" panose="02010609060101010101" pitchFamily="49" charset="-122"/>
                          <a:ea typeface="楷体" panose="02010609060101010101" pitchFamily="49" charset="-122"/>
                        </a:rPr>
                        <a:t>  readarray</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73289367"/>
                  </a:ext>
                </a:extLst>
              </a:tr>
              <a:tr h="370840">
                <a:tc>
                  <a:txBody>
                    <a:bodyPr/>
                    <a:lstStyle/>
                    <a:p>
                      <a:pPr algn="l"/>
                      <a:r>
                        <a:rPr lang="en-US" altLang="zh-CN" sz="2000">
                          <a:latin typeface="楷体" panose="02010609060101010101" pitchFamily="49" charset="-122"/>
                          <a:ea typeface="楷体" panose="02010609060101010101" pitchFamily="49" charset="-122"/>
                        </a:rPr>
                        <a:t>  exchange  </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2819761380"/>
                  </a:ext>
                </a:extLst>
              </a:tr>
              <a:tr h="370840">
                <a:tc>
                  <a:txBody>
                    <a:bodyPr/>
                    <a:lstStyle/>
                    <a:p>
                      <a:pPr algn="l"/>
                      <a:r>
                        <a:rPr lang="en-US" altLang="zh-CN" sz="2000">
                          <a:latin typeface="楷体" panose="02010609060101010101" pitchFamily="49" charset="-122"/>
                          <a:ea typeface="楷体" panose="02010609060101010101" pitchFamily="49" charset="-122"/>
                        </a:rPr>
                        <a:t>  quicksort</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2</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41553213"/>
                  </a:ext>
                </a:extLst>
              </a:tr>
              <a:tr h="370840">
                <a:tc>
                  <a:txBody>
                    <a:bodyPr/>
                    <a:lstStyle/>
                    <a:p>
                      <a:pPr algn="l"/>
                      <a:r>
                        <a:rPr lang="en-US" altLang="zh-CN" sz="2000">
                          <a:latin typeface="楷体" panose="02010609060101010101" pitchFamily="49" charset="-122"/>
                          <a:ea typeface="楷体" panose="02010609060101010101" pitchFamily="49" charset="-122"/>
                        </a:rPr>
                        <a:t>    partition</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tc>
                  <a:txBody>
                    <a:bodyPr/>
                    <a:lstStyle/>
                    <a:p>
                      <a:pPr algn="ctr"/>
                      <a:r>
                        <a:rPr lang="en-US" altLang="zh-CN" sz="2000">
                          <a:latin typeface="楷体" panose="02010609060101010101" pitchFamily="49" charset="-122"/>
                          <a:ea typeface="楷体" panose="02010609060101010101" pitchFamily="49" charset="-122"/>
                        </a:rPr>
                        <a:t>3</a:t>
                      </a:r>
                      <a:endParaRPr lang="zh-CN" altLang="en-US" sz="2000">
                        <a:latin typeface="楷体" panose="02010609060101010101" pitchFamily="49" charset="-122"/>
                        <a:ea typeface="楷体" panose="02010609060101010101" pitchFamily="49" charset="-122"/>
                      </a:endParaRPr>
                    </a:p>
                  </a:txBody>
                  <a:tcPr anchor="ctr">
                    <a:solidFill>
                      <a:srgbClr val="F9D98C"/>
                    </a:solidFill>
                  </a:tcPr>
                </a:tc>
                <a:extLst>
                  <a:ext uri="{0D108BD9-81ED-4DB2-BD59-A6C34878D82A}">
                    <a16:rowId xmlns:a16="http://schemas.microsoft.com/office/drawing/2014/main" val="4250760199"/>
                  </a:ext>
                </a:extLst>
              </a:tr>
            </a:tbl>
          </a:graphicData>
        </a:graphic>
      </p:graphicFrame>
      <p:pic>
        <p:nvPicPr>
          <p:cNvPr id="9" name="图片 8">
            <a:extLst>
              <a:ext uri="{FF2B5EF4-FFF2-40B4-BE49-F238E27FC236}">
                <a16:creationId xmlns:a16="http://schemas.microsoft.com/office/drawing/2014/main" id="{83ABCF74-3E60-CB0F-A14F-83C76E111EAB}"/>
              </a:ext>
            </a:extLst>
          </p:cNvPr>
          <p:cNvPicPr>
            <a:picLocks noChangeAspect="1"/>
          </p:cNvPicPr>
          <p:nvPr/>
        </p:nvPicPr>
        <p:blipFill>
          <a:blip r:embed="rId2"/>
          <a:stretch>
            <a:fillRect/>
          </a:stretch>
        </p:blipFill>
        <p:spPr>
          <a:xfrm>
            <a:off x="10245104" y="764616"/>
            <a:ext cx="1942405" cy="4119463"/>
          </a:xfrm>
          <a:prstGeom prst="rect">
            <a:avLst/>
          </a:prstGeom>
        </p:spPr>
      </p:pic>
    </p:spTree>
    <p:extLst>
      <p:ext uri="{BB962C8B-B14F-4D97-AF65-F5344CB8AC3E}">
        <p14:creationId xmlns:p14="http://schemas.microsoft.com/office/powerpoint/2010/main" val="78457929"/>
      </p:ext>
    </p:extLst>
  </p:cSld>
  <p:clrMapOvr>
    <a:masterClrMapping/>
  </p:clrMapOvr>
  <p:transition spd="slow">
    <p:randomBar dir="vert"/>
  </p:transition>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隶书"/>
        <a:cs typeface=""/>
      </a:majorFont>
      <a:minorFont>
        <a:latin typeface="Verdan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altLang="zh-CN" sz="2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altLang="zh-CN" sz="2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3章 词法分析（2）.pptx" id="{BCED8A73-9167-4A41-B501-BE96A7E8BE90}" vid="{B4285C8E-83A1-47F7-95A8-D88792C58E58}"/>
    </a:ext>
  </a:extLst>
</a:theme>
</file>

<file path=ppt/theme/theme2.xml><?xml version="1.0" encoding="utf-8"?>
<a:theme xmlns:a="http://schemas.openxmlformats.org/drawingml/2006/main" name="2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隶书"/>
        <a:cs typeface=""/>
      </a:majorFont>
      <a:minorFont>
        <a:latin typeface="Verdan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altLang="zh-CN" sz="2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altLang="zh-CN" sz="2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3章 词法分析（2）.pptx" id="{BCED8A73-9167-4A41-B501-BE96A7E8BE90}" vid="{B4285C8E-83A1-47F7-95A8-D88792C58E58}"/>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PPT模版</Template>
  <TotalTime>5521</TotalTime>
  <Words>3826</Words>
  <Application>Microsoft Office PowerPoint</Application>
  <PresentationFormat>自定义</PresentationFormat>
  <Paragraphs>567</Paragraphs>
  <Slides>42</Slides>
  <Notes>8</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42</vt:i4>
      </vt:variant>
    </vt:vector>
  </HeadingPairs>
  <TitlesOfParts>
    <vt:vector size="55" baseType="lpstr">
      <vt:lpstr>Garamond</vt:lpstr>
      <vt:lpstr>华文中宋</vt:lpstr>
      <vt:lpstr>宋体</vt:lpstr>
      <vt:lpstr>楷体</vt:lpstr>
      <vt:lpstr>Calibri</vt:lpstr>
      <vt:lpstr>楷体_GB2312</vt:lpstr>
      <vt:lpstr>Times New Roman</vt:lpstr>
      <vt:lpstr>Verdana</vt:lpstr>
      <vt:lpstr>Wingdings</vt:lpstr>
      <vt:lpstr>隶书</vt:lpstr>
      <vt:lpstr>Arial</vt:lpstr>
      <vt:lpstr>Level</vt:lpstr>
      <vt:lpstr>2_Level</vt:lpstr>
      <vt:lpstr>《编译原理》</vt:lpstr>
      <vt:lpstr>PowerPoint 演示文稿</vt:lpstr>
      <vt:lpstr>第九章 运行时存储分配</vt:lpstr>
      <vt:lpstr>PowerPoint 演示文稿</vt:lpstr>
      <vt:lpstr>9.1 运行存储分配概述</vt:lpstr>
      <vt:lpstr>PowerPoint 演示文稿</vt:lpstr>
      <vt:lpstr>PowerPoint 演示文稿</vt:lpstr>
      <vt:lpstr>PowerPoint 演示文稿</vt:lpstr>
      <vt:lpstr>9.2 静态存储分配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9.3 栈式存储分配</vt:lpstr>
      <vt:lpstr>PowerPoint 演示文稿</vt:lpstr>
      <vt:lpstr>9.4 堆式存储分配</vt:lpstr>
      <vt:lpstr>PowerPoint 演示文稿</vt:lpstr>
      <vt:lpstr>PowerPoint 演示文稿</vt:lpstr>
      <vt:lpstr>PowerPoint 演示文稿</vt:lpstr>
      <vt:lpstr>PowerPoint 演示文稿</vt:lpstr>
      <vt:lpstr>9.5 调用序列和返回序列</vt:lpstr>
      <vt:lpstr>PowerPoint 演示文稿</vt:lpstr>
      <vt:lpstr>PowerPoint 演示文稿</vt:lpstr>
      <vt:lpstr>PowerPoint 演示文稿</vt:lpstr>
      <vt:lpstr>PowerPoint 演示文稿</vt:lpstr>
      <vt:lpstr>9.6 非局部数据的访问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Lenovo</dc:creator>
  <cp:lastModifiedBy>zhang bo</cp:lastModifiedBy>
  <cp:revision>77</cp:revision>
  <dcterms:modified xsi:type="dcterms:W3CDTF">2022-05-30T00:24:41Z</dcterms:modified>
</cp:coreProperties>
</file>